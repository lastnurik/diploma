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42990ce1b1947b0" /><Relationship Type="http://schemas.openxmlformats.org/officeDocument/2006/relationships/extended-properties" Target="/docProps/app.xml" Id="R4abed68c54ed47b4" /><Relationship Type="http://schemas.openxmlformats.org/officeDocument/2006/relationships/officeDocument" Target="/ppt/presentation.xml" Id="Reef61bf069a849dd" /></Relationships>
</file>

<file path=ppt/presentation.xml><?xml version="1.0" encoding="utf-8"?>
<p:presentation xmlns:p="http://schemas.openxmlformats.org/presentationml/2006/main">
  <p:sldMasterIdLst>
    <p:sldMasterId xmlns:r="http://schemas.openxmlformats.org/officeDocument/2006/relationships" id="2147483648" r:id="R731c5c67fce94390"/>
  </p:sldMasterIdLst>
  <p:notesMasterIdLst>
    <p:notesMasterId xmlns:r="http://schemas.openxmlformats.org/officeDocument/2006/relationships" r:id="R6691aa62b32e4243"/>
  </p:notesMasterIdLst>
  <p:sldIdLst>
    <p:sldId xmlns:r="http://schemas.openxmlformats.org/officeDocument/2006/relationships" id="256" r:id="R25f2ee5f909e4b76"/>
    <p:sldId xmlns:r="http://schemas.openxmlformats.org/officeDocument/2006/relationships" id="257" r:id="R43b6d8133d634410"/>
    <p:sldId xmlns:r="http://schemas.openxmlformats.org/officeDocument/2006/relationships" id="258" r:id="R2ea459ce84524fc6"/>
    <p:sldId xmlns:r="http://schemas.openxmlformats.org/officeDocument/2006/relationships" id="259" r:id="R89d2a975ada5433c"/>
    <p:sldId xmlns:r="http://schemas.openxmlformats.org/officeDocument/2006/relationships" id="260" r:id="Rd0b6c5404e544a15"/>
    <p:sldId xmlns:r="http://schemas.openxmlformats.org/officeDocument/2006/relationships" id="261" r:id="R27cf30533d3a4bae"/>
    <p:sldId xmlns:r="http://schemas.openxmlformats.org/officeDocument/2006/relationships" id="262" r:id="R65ff08eaecfb44f9"/>
    <p:sldId xmlns:r="http://schemas.openxmlformats.org/officeDocument/2006/relationships" id="263" r:id="Rd0ff4461c277468f"/>
    <p:sldId xmlns:r="http://schemas.openxmlformats.org/officeDocument/2006/relationships" id="264" r:id="R72b1fefa934f4cbd"/>
    <p:sldId xmlns:r="http://schemas.openxmlformats.org/officeDocument/2006/relationships" id="265" r:id="Rd695406961314fe8"/>
    <p:sldId xmlns:r="http://schemas.openxmlformats.org/officeDocument/2006/relationships" id="266" r:id="Rfc59468f18a84f03"/>
    <p:sldId xmlns:r="http://schemas.openxmlformats.org/officeDocument/2006/relationships" id="267" r:id="R490888f38c5b419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e9e174c2894667" /><Relationship Type="http://schemas.openxmlformats.org/officeDocument/2006/relationships/slideMaster" Target="/ppt/slideMasters/slideMaster1.xml" Id="R731c5c67fce94390" /><Relationship Type="http://schemas.openxmlformats.org/officeDocument/2006/relationships/notesMaster" Target="/ppt/notesMasters/notesMaster1.xml" Id="R6691aa62b32e4243" /><Relationship Type="http://schemas.openxmlformats.org/officeDocument/2006/relationships/presProps" Target="/ppt/presProps.xml" Id="R07a230ac10e14be1" /><Relationship Type="http://schemas.openxmlformats.org/officeDocument/2006/relationships/tableStyles" Target="/ppt/tableStyles.xml" Id="Rfe0dcf984d934866" /><Relationship Type="http://schemas.openxmlformats.org/officeDocument/2006/relationships/slide" Target="/ppt/slides/slide1.xml" Id="R25f2ee5f909e4b76" /><Relationship Type="http://schemas.openxmlformats.org/officeDocument/2006/relationships/slide" Target="/ppt/slides/slide2.xml" Id="R43b6d8133d634410" /><Relationship Type="http://schemas.openxmlformats.org/officeDocument/2006/relationships/slide" Target="/ppt/slides/slide3.xml" Id="R2ea459ce84524fc6" /><Relationship Type="http://schemas.openxmlformats.org/officeDocument/2006/relationships/slide" Target="/ppt/slides/slide4.xml" Id="R89d2a975ada5433c" /><Relationship Type="http://schemas.openxmlformats.org/officeDocument/2006/relationships/slide" Target="/ppt/slides/slide5.xml" Id="Rd0b6c5404e544a15" /><Relationship Type="http://schemas.openxmlformats.org/officeDocument/2006/relationships/slide" Target="/ppt/slides/slide6.xml" Id="R27cf30533d3a4bae" /><Relationship Type="http://schemas.openxmlformats.org/officeDocument/2006/relationships/slide" Target="/ppt/slides/slide7.xml" Id="R65ff08eaecfb44f9" /><Relationship Type="http://schemas.openxmlformats.org/officeDocument/2006/relationships/slide" Target="/ppt/slides/slide8.xml" Id="Rd0ff4461c277468f" /><Relationship Type="http://schemas.openxmlformats.org/officeDocument/2006/relationships/slide" Target="/ppt/slides/slide9.xml" Id="R72b1fefa934f4cbd" /><Relationship Type="http://schemas.openxmlformats.org/officeDocument/2006/relationships/slide" Target="/ppt/slides/slide10.xml" Id="Rd695406961314fe8" /><Relationship Type="http://schemas.openxmlformats.org/officeDocument/2006/relationships/slide" Target="/ppt/slides/slide11.xml" Id="Rfc59468f18a84f03" /><Relationship Type="http://schemas.openxmlformats.org/officeDocument/2006/relationships/slide" Target="/ppt/slides/slide12.xml" Id="R490888f38c5b419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c0f08d2fff434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509edcb62b147ec" /><Relationship Type="http://schemas.openxmlformats.org/officeDocument/2006/relationships/notesMaster" Target="/ppt/notesMasters/notesMaster1.xml" Id="R076651989150466d"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67035d7c5a465f" /><Relationship Type="http://schemas.openxmlformats.org/officeDocument/2006/relationships/notesMaster" Target="/ppt/notesMasters/notesMaster1.xml" Id="Rb19409dbe472499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29d23e7e7df4260" /><Relationship Type="http://schemas.openxmlformats.org/officeDocument/2006/relationships/notesMaster" Target="/ppt/notesMasters/notesMaster1.xml" Id="Rb717446d81ab44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e450c223d1db4ec9" /><Relationship Type="http://schemas.openxmlformats.org/officeDocument/2006/relationships/notesMaster" Target="/ppt/notesMasters/notesMaster1.xml" Id="R9b5380e74b2342c0"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d3265b1d2742b6" /><Relationship Type="http://schemas.openxmlformats.org/officeDocument/2006/relationships/notesMaster" Target="/ppt/notesMasters/notesMaster1.xml" Id="R69d987560a5f44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814c3935fd4f38" /><Relationship Type="http://schemas.openxmlformats.org/officeDocument/2006/relationships/notesMaster" Target="/ppt/notesMasters/notesMaster1.xml" Id="Rc6570b4c2a614371" /></Relationships>
</file>

<file path=ppt/notesSlides/_rels/notesSlide7.xml.rels>&#65279;<?xml version="1.0" encoding="utf-8"?><Relationships xmlns="http://schemas.openxmlformats.org/package/2006/relationships"><Relationship Type="http://schemas.openxmlformats.org/officeDocument/2006/relationships/slide" Target="/ppt/slides/slide7.xml" Id="Rda54dfe28b504b7f" /><Relationship Type="http://schemas.openxmlformats.org/officeDocument/2006/relationships/notesMaster" Target="/ppt/notesMasters/notesMaster1.xml" Id="R9855c51cf4d34ad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e85eb5c0a9645ed" /><Relationship Type="http://schemas.openxmlformats.org/officeDocument/2006/relationships/notesMaster" Target="/ppt/notesMasters/notesMaster1.xml" Id="R633c7b3bc32040a9" /></Relationships>
</file>

<file path=ppt/notesSlides/_rels/notesSlide9.xml.rels>&#65279;<?xml version="1.0" encoding="utf-8"?><Relationships xmlns="http://schemas.openxmlformats.org/package/2006/relationships"><Relationship Type="http://schemas.openxmlformats.org/officeDocument/2006/relationships/slide" Target="/ppt/slides/slide9.xml" Id="Rd8d46728d52c43a5" /><Relationship Type="http://schemas.openxmlformats.org/officeDocument/2006/relationships/notesMaster" Target="/ppt/notesMasters/notesMaster1.xml" Id="Rb80d074cddee453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227e5ad7fd94d0c" /><Relationship Type="http://schemas.openxmlformats.org/officeDocument/2006/relationships/notesMaster" Target="/ppt/notesMasters/notesMaster1.xml" Id="Raf67cf01e7104ba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875a6202b074f8f" /><Relationship Type="http://schemas.openxmlformats.org/officeDocument/2006/relationships/notesMaster" Target="/ppt/notesMasters/notesMaster1.xml" Id="Rb3688845d4de499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3199070cb2d4e5a" /><Relationship Type="http://schemas.openxmlformats.org/officeDocument/2006/relationships/notesMaster" Target="/ppt/notesMasters/notesMaster1.xml" Id="R1b619897f5ef4d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project title and team: docs/proposal.md and supplied supervisor proposal. Objectives: investigate user needs and relevant research, define a feasible game representation and mechanics, implement the authoring/platform/generation modules, and evaluate playability and narrative correspondence. Intended result: meaningful actions and a reachable ending. First-version genre and acceptance bounds remain preliminary. Writers, educators and small creative teams are candidate groups. Each student presents their own module and research contribution.</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From a Game Idea to a Playable Browser Game.csv, 142 response records, 13 columns, SHA-256 e4de510a012aa13a0b7a88d1e7ea7527bd918603f8cf5acb88185633d501124a. Descriptive audit: survey-csv-analysis-2026-10-23.md. Q2: 47 No experience plus 51 Beginner = 98/142 (69.0%). Q5: browser-playable 65/142 (45.8%), the largest category but below half. Q10: Yes 57/142 (40.1%), Maybe 48/142 (33.8%), No 37/142 (26.1%). All these questions have 142 nonblank records. Percentages round to one decimal. The team describes the records as student respondents in a convenience sample. Independent respondent identity and provenance verification were not available. Counts describe the team-provided export and cannot establish representative demand, adoption, usability or technical generation success. The live response total has not been reconciled against the uploaded file. No exclusions were inferred. Public questionnaire: https://docs.google.com/forms/d/e/1FAIpQLSejcDY8RyGi2cUsdgC0cmcEjf1Xdfd6Vi0JNV2Nqn-m25j7Dg/viewform?usp=dialog . </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 §3 and references [4]–[15], twelve research publications. Scientific venues and preprints are distinguished in citations. This count describes the report selection, not every entry in the longer repository draft. Key sources: Wang et al., ByteSized32, EMNLP 2023, https://aclanthology.org/2023.emnlp-main.830/ ; Amershi et al., Guidelines for Human-AI Interaction, CHI 2019, https://doi.org/10.1145/3290605.3300233 . Recent work includes Rogosch and Schrader, Applied Sciences 2026, https://doi.org/10.3390/app16062932 ; Agarwal et al., GAMED.AI, ACL Demonstrations 2026, https://doi.org/10.18653/v1/2026.acl-demo.84 ; Cai et al., Spec2Game, preprint 2026, https://arxiv.org/abs/2610.04253 . Literature motivates hypotheses. It does not establish user demand or reliable arbitrary story generation.</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docs/existing-systems.md and report §4. Official descriptions: https://rosebud.ai/tutorial ; https://gdevelop.io/blog/make-games-with-ai-agent-gdevelop-automated-prompt ; https://wiki.gdevelop.io/gdevelop5/interface/gameplay-tests/ ; https://help.aidungeon.com/getting-started . Nine criteria: natural-language input, genre control, browser play, actions/rules, ending, validation, simplification record, recovery, sharing/versions. GDevelop documents experimental tests that simulate input/assert outcomes, including AI assistance. Testing by itself is not a unique contribution. Not documented denotes a documentation gap, not absence. No hands-on comparative reliability benchmark has been executed.</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 §5, docs/technology-comparison.md and docs/technology/*.md. Spring Boot/RabbitMQ offers explicit durable orchestration with more integration work. FastAPI/Celery fits a Python-centered prototype but still requires reliability controls. Structured game data is the provisional direction because it can constrain operations and validate references/ending conditions. Direct code offers flexibility with greater execution and validation risk. Templates offer predictability with narrower expression. Phaser is the proposed game framework, PixiJS requires more game logic, and Godot introduces an editor/build/export workflow. Team integration experiments and supervisor review will determine final choices. No alternatives have been benchmarked in this project.</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 §6, docs/requirements.md and component requirement drafts. Requirements currently derive from proposal and literature/engineering rationale. CSV record provenance must be reconciled before treating descriptive preferences as verified user evidence for a requirement. Proposed supported mechanics, bounds and numeric targets require review. FR-1 author input, FR-2 recorded status, FR-3 validated play/action/ending, FR-4 disclosure or visible failure, NFR-1 validation and privilege boundary, NFR-2 keyboard/responsive usability. More detailed test mappings remain in repository. No acceptance test results exist.</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docs/architecture.md, diagrams/component.mmd and component.svg. Conceptual responsibilities: authoring client, platform API and jobs, generation worker, fixed browser runtime. Storage keeps projects, jobs, versions and approved artifacts. An external model provider returns untrusted candidate data. Validation precedes publication. Queue states lead to ready or failed. Exact API/schema/retry/resource limits remain proposed. Context and use cases follow in slides 11–12. Canonical diagram export: diagrams/component.png; editable sources: component.svg and component.mmd.</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prototype/README.md and prototype/result-play.svg. The enlarged crop comes from the original embedded static wireframe. Illustrative game, status, controls and endings describe intended behavior. The author journey covers story/preferences, progress, result/simplifications, play/ending, catalogue/versions, failure/retry. No live generation, gameplay implementation or observed usability result is represented.</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docs/verification-plan.md and tests/evaluation-prompts.md, report §9. Planned denominators include all attempted prompts, with not-run cases reported separately. State actual trial/repetition conditions before evaluation. Baseline checks runtime launch/controls, not automated narrative interpretation. Retain input/configuration/artifact versions and validation/action traces. Separate schema validity, browser launch, consequential action, reachable ending and narrative correspondence. Two reviewers use a rubric and record disagreement. Inject queue/provider/invalid-result failures. Search timeout means completion unverified. No measured quality, latency or cost results exist.</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docs/project-plan.md, docs/youtrack-backlog.md, docs/supervisor-feedback.md, submission audit. The 16 proposed development tasks in docs/youtrack-backlog.md have owners, priorities and proposed deadlines. They are repository plans for YouTrack, not claims of live tracker issues. Risks and mitigations: bound the mechanic set, validate generated data and ending checks, agree a versioned contract before integration, record evidence limitations. Repository: https://github.com/lastnurik/diploma . YouTrack workspace supplied by the team: https://aitu-gamegen.youtrack.cloud/ .  Supervisor message emphasizes proposal/relevance, minimal repository/tasks and all sections at minimal depth.  Roadmap is provisional and supersedes the original accelerated implementation dates. </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diagrams/system-context.mmd. This context summary distinguishes the author and optional model provider from the proposed platform boundary. Internal responsibilities are shown in slide 7. Story/settings/gameplay input enters the browser client; it returns progress, game, ending or errors. The AI service sends only minimum required prompt data externally and treats output as untrusted. Managed storage remains within the proposed platform responsibility. Canonical PNG export: diagrams/system-context.png; editable sources: system-context.svg and system-context.mmd.</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diagrams/use-case.mmd and docs/use-cases.md. Author associations cover all seven cases. Main scenario: enter a story and preferences, submit, observe progress, inspect outcome/simplifications, play to an ending and replay. Alternative scenarios: controlled failure followed by editing/regeneration, or opening a saved version. Use cases describe proposed behavior, not executed features. Canonical PNG export: diagrams/use-case.png; editable sources: use-case.svg and use-case.mmd.</a:t>
            </a:r>
          </a:p>
          <a:p xmlns:a="http://schemas.openxmlformats.org/drawingml/2006/main">
            <a:r>
              <a:t>Initial pre-defense, 23 October 2026. Architecture and requirements are proposals. No running generator, executed product tests or usability study is evidenced. Relative source paths refer to the diploma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c765bd05b39452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93183f0adce4a3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baab3aa69ea4e2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96d3d9f771b4d8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a597bdada9c46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4a523418db848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C2448A-793F-4016-8826-882A2FD65E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248E865-B16C-43B2-9F2B-AFB0A87ACD9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0EF0B92-DE1E-4033-B4E1-AFAC8C930C7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7A2B59-FAF1-42F6-88C8-D0CDFE95302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377466E-59C7-48E5-BFFC-2E4E61E630D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5BFB06C-2E51-4C3B-8293-80BA709B7AF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745404B-510B-49BF-9009-46B3B58AF85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602325A-CF09-4DD2-B405-43B08CE61FF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371564-CA5B-4FD3-A28C-C6B7DE7E23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C0EAD0B-7AF5-4705-A6F6-7C8D46704C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e5fa7f067944ea3" /><Relationship Type="http://schemas.openxmlformats.org/officeDocument/2006/relationships/slideLayout" Target="/ppt/slideLayouts/slideLayout1.xml" Id="Rc33f883ac70f4dcb" /><Relationship Type="http://schemas.openxmlformats.org/officeDocument/2006/relationships/slideLayout" Target="/ppt/slideLayouts/slideLayout2.xml" Id="R9fcbdafc9a3149aa" /><Relationship Type="http://schemas.openxmlformats.org/officeDocument/2006/relationships/slideLayout" Target="/ppt/slideLayouts/slideLayout3.xml" Id="R125954cf96d7442b" /><Relationship Type="http://schemas.openxmlformats.org/officeDocument/2006/relationships/slideLayout" Target="/ppt/slideLayouts/slideLayout4.xml" Id="Rf32ba3313b624996" /><Relationship Type="http://schemas.openxmlformats.org/officeDocument/2006/relationships/slideLayout" Target="/ppt/slideLayouts/slideLayout5.xml" Id="Rdef537f7c2bf4535" /><Relationship Type="http://schemas.openxmlformats.org/officeDocument/2006/relationships/slideLayout" Target="/ppt/slideLayouts/slideLayout6.xml" Id="R793cbc68469b497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33f883ac70f4dcb"/>
    <p:sldLayoutId xmlns:r="http://schemas.openxmlformats.org/officeDocument/2006/relationships" id="2147483650" r:id="R9fcbdafc9a3149aa"/>
    <p:sldLayoutId xmlns:r="http://schemas.openxmlformats.org/officeDocument/2006/relationships" id="2147483651" r:id="R125954cf96d7442b"/>
    <p:sldLayoutId xmlns:r="http://schemas.openxmlformats.org/officeDocument/2006/relationships" id="2147483652" r:id="Rf32ba3313b624996"/>
    <p:sldLayoutId xmlns:r="http://schemas.openxmlformats.org/officeDocument/2006/relationships" id="2147483653" r:id="Rdef537f7c2bf4535"/>
    <p:sldLayoutId xmlns:r="http://schemas.openxmlformats.org/officeDocument/2006/relationships" id="2147483654" r:id="R793cbc68469b497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82d2a63e96c4d1c" /><Relationship Type="http://schemas.openxmlformats.org/officeDocument/2006/relationships/notesSlide" Target="/ppt/notesSlides/notesSlide1.xml" Id="R0ae74e42e52943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282bbf5935e4a64" /><Relationship Type="http://schemas.openxmlformats.org/officeDocument/2006/relationships/notesSlide" Target="/ppt/notesSlides/notesSlide2.xml" Id="R9877c5d9585842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389401bc47243d8" /><Relationship Type="http://schemas.openxmlformats.org/officeDocument/2006/relationships/notesSlide" Target="/ppt/notesSlides/notesSlide3.xml" Id="R5c12bf81c7b441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daca911824a4041" /><Relationship Type="http://schemas.openxmlformats.org/officeDocument/2006/relationships/notesSlide" Target="/ppt/notesSlides/notesSlide4.xml" Id="R9082c8f024a84d6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41a2ecaaded4dfe" /><Relationship Type="http://schemas.openxmlformats.org/officeDocument/2006/relationships/notesSlide" Target="/ppt/notesSlides/notesSlide5.xml" Id="R9070910d82e5463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db491780d6a439c" /><Relationship Type="http://schemas.openxmlformats.org/officeDocument/2006/relationships/notesSlide" Target="/ppt/notesSlides/notesSlide6.xml" Id="Rae3eb798331a459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0e212339d2e4639" /><Relationship Type="http://schemas.openxmlformats.org/officeDocument/2006/relationships/image" Target="/ppt/media/image.png" Id="R6593083d0dc04771" /><Relationship Type="http://schemas.openxmlformats.org/officeDocument/2006/relationships/notesSlide" Target="/ppt/notesSlides/notesSlide7.xml" Id="R53f771c3d6b94f9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f62a416ef6841a3" /><Relationship Type="http://schemas.openxmlformats.org/officeDocument/2006/relationships/image" Target="/ppt/media/image2.png" Id="R1719bc2110444fa9" /><Relationship Type="http://schemas.openxmlformats.org/officeDocument/2006/relationships/notesSlide" Target="/ppt/notesSlides/notesSlide8.xml" Id="Rda1d71df23144c9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7ab90292cf74b0a" /><Relationship Type="http://schemas.openxmlformats.org/officeDocument/2006/relationships/notesSlide" Target="/ppt/notesSlides/notesSlide9.xml" Id="R06384240c48346d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70ecc1f785a44a6" /><Relationship Type="http://schemas.openxmlformats.org/officeDocument/2006/relationships/notesSlide" Target="/ppt/notesSlides/notesSlide10.xml" Id="R781de8c33e0d42a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59bafe3ef4b41ef" /><Relationship Type="http://schemas.openxmlformats.org/officeDocument/2006/relationships/image" Target="/ppt/media/image3.png" Id="Rf60c6f496f274f83" /><Relationship Type="http://schemas.openxmlformats.org/officeDocument/2006/relationships/notesSlide" Target="/ppt/notesSlides/notesSlide11.xml" Id="Rbdb0ff1b83324af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7136ec0174d4a9c" /><Relationship Type="http://schemas.openxmlformats.org/officeDocument/2006/relationships/image" Target="/ppt/media/image4.png" Id="R5ffc8906bfc2411d" /><Relationship Type="http://schemas.openxmlformats.org/officeDocument/2006/relationships/notesSlide" Target="/ppt/notesSlides/notesSlide12.xml" Id="R2789d91c3ec54336" /></Relationships>
</file>

<file path=ppt/slides/slide1.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A220F11-D9A4-409B-8478-0601FDA01426}"/>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DF8A88-B54F-4BC1-BBDC-49D292C7B371}"/>
              </a:ext>
            </a:extLst>
          </p:cNvPr>
          <p:cNvSpPr>
            <a:spLocks xmlns:a="http://schemas.openxmlformats.org/drawingml/2006/main" noGrp="1"/>
          </p:cNvSpPr>
          <p:nvPr/>
        </p:nvSpPr>
        <p:spPr>
          <a:xfrm xmlns:a="http://schemas.openxmlformats.org/drawingml/2006/main">
            <a:off x="609600" y="800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C40"/>
                </a:solidFill>
                <a:latin typeface="DejaVu Sans"/>
                <a:ea typeface="DejaVu Sans"/>
                <a:cs typeface="DejaVu Sans"/>
              </a:defRPr>
            </a:defPPr>
            <a:lvl1pPr>
              <a:buNone/>
              <a:defRPr sz="2850" b="1">
                <a:solidFill>
                  <a:srgbClr val="172C40"/>
                </a:solidFill>
                <a:latin typeface="DejaVu Sans"/>
                <a:ea typeface="DejaVu Sans"/>
                <a:cs typeface="DejaVu Sans"/>
              </a:defRPr>
            </a:lvl1pPr>
            <a:lvl2pPr>
              <a:buNone/>
              <a:defRPr sz="2850" b="1">
                <a:solidFill>
                  <a:srgbClr val="172C40"/>
                </a:solidFill>
                <a:latin typeface="DejaVu Sans"/>
                <a:ea typeface="DejaVu Sans"/>
                <a:cs typeface="DejaVu Sans"/>
              </a:defRPr>
            </a:lvl2pPr>
            <a:lvl3pPr>
              <a:buNone/>
              <a:defRPr sz="2850" b="1">
                <a:solidFill>
                  <a:srgbClr val="172C40"/>
                </a:solidFill>
                <a:latin typeface="DejaVu Sans"/>
                <a:ea typeface="DejaVu Sans"/>
                <a:cs typeface="DejaVu Sans"/>
              </a:defRPr>
            </a:lvl3pPr>
            <a:lvl4pPr>
              <a:buNone/>
              <a:defRPr sz="2850" b="1">
                <a:solidFill>
                  <a:srgbClr val="172C40"/>
                </a:solidFill>
                <a:latin typeface="DejaVu Sans"/>
                <a:ea typeface="DejaVu Sans"/>
                <a:cs typeface="DejaVu Sans"/>
              </a:defRPr>
            </a:lvl4pPr>
            <a:lvl5pPr>
              <a:buNone/>
              <a:defRPr sz="2850" b="1">
                <a:solidFill>
                  <a:srgbClr val="172C40"/>
                </a:solidFill>
                <a:latin typeface="DejaVu Sans"/>
                <a:ea typeface="DejaVu Sans"/>
                <a:cs typeface="DejaVu Sans"/>
              </a:defRPr>
            </a:lvl5pPr>
            <a:lvl6pPr>
              <a:buNone/>
              <a:defRPr sz="2850" b="1">
                <a:solidFill>
                  <a:srgbClr val="172C40"/>
                </a:solidFill>
                <a:latin typeface="DejaVu Sans"/>
                <a:ea typeface="DejaVu Sans"/>
                <a:cs typeface="DejaVu Sans"/>
              </a:defRPr>
            </a:lvl6pPr>
            <a:lvl7pPr>
              <a:buNone/>
              <a:defRPr sz="2850" b="1">
                <a:solidFill>
                  <a:srgbClr val="172C40"/>
                </a:solidFill>
                <a:latin typeface="DejaVu Sans"/>
                <a:ea typeface="DejaVu Sans"/>
                <a:cs typeface="DejaVu Sans"/>
              </a:defRPr>
            </a:lvl7pPr>
            <a:lvl8pPr>
              <a:buNone/>
              <a:defRPr sz="2850" b="1">
                <a:solidFill>
                  <a:srgbClr val="172C40"/>
                </a:solidFill>
                <a:latin typeface="DejaVu Sans"/>
                <a:ea typeface="DejaVu Sans"/>
                <a:cs typeface="DejaVu Sans"/>
              </a:defRPr>
            </a:lvl8pPr>
            <a:lvl9pPr>
              <a:buNone/>
              <a:defRPr sz="2850" b="1">
                <a:solidFill>
                  <a:srgbClr val="172C40"/>
                </a:solidFill>
                <a:latin typeface="DejaVu Sans"/>
                <a:ea typeface="DejaVu Sans"/>
                <a:cs typeface="DejaVu Sans"/>
              </a:defRPr>
            </a:lvl9pPr>
          </a:lstStyle>
          <a:p xmlns:a="http://schemas.openxmlformats.org/drawingml/2006/main">
            <a:pPr>
              <a:buNone/>
              <a:defRPr sz="2850" b="1">
                <a:solidFill>
                  <a:srgbClr val="172C40"/>
                </a:solidFill>
                <a:latin typeface="DejaVu Sans"/>
                <a:ea typeface="DejaVu Sans"/>
                <a:cs typeface="DejaVu Sans"/>
              </a:defRPr>
            </a:pPr>
            <a:r>
              <a:rPr sz="2850" b="1">
                <a:solidFill>
                  <a:srgbClr val="172C40"/>
                </a:solidFill>
                <a:latin typeface="DejaVu Sans"/>
                <a:ea typeface="DejaVu Sans"/>
                <a:cs typeface="DejaVu Sans"/>
              </a:rPr>
              <a:t>Diploma project proposal</a:t>
            </a:r>
          </a:p>
        </p:txBody>
      </p:sp>
      <p:sp>
        <p:nvSpPr>
          <p:cNvPr id="3" name="">
            <a:extLst xmlns:a="http://schemas.openxmlformats.org/drawingml/2006/main">
              <a:ext uri="{FF2B5EF4-FFF2-40B4-BE49-F238E27FC236}">
                <a16:creationId xmlns:a16="http://schemas.microsoft.com/office/drawing/2014/main" id="{78BE0E4C-EE99-411C-874C-3817B9D152C1}"/>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2540280-DABD-415B-9BC1-0610FB11F8A3}"/>
              </a:ext>
            </a:extLst>
          </p:cNvPr>
          <p:cNvSpPr>
            <a:spLocks xmlns:a="http://schemas.openxmlformats.org/drawingml/2006/main" noGrp="1"/>
          </p:cNvSpPr>
          <p:nvPr/>
        </p:nvSpPr>
        <p:spPr>
          <a:xfrm xmlns:a="http://schemas.openxmlformats.org/drawingml/2006/main">
            <a:off x="609600" y="6238875"/>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Astana IT University / SE-2417 / Supervisor: Shyngys Alshynov / October 2026</a:t>
            </a:r>
          </a:p>
        </p:txBody>
      </p:sp>
      <p:sp>
        <p:nvSpPr>
          <p:cNvPr id="5" name="">
            <a:extLst xmlns:a="http://schemas.openxmlformats.org/drawingml/2006/main">
              <a:ext uri="{FF2B5EF4-FFF2-40B4-BE49-F238E27FC236}">
                <a16:creationId xmlns:a16="http://schemas.microsoft.com/office/drawing/2014/main" id="{3446126C-FBEE-4E59-8BE5-437277A5DEBD}"/>
              </a:ext>
            </a:extLst>
          </p:cNvPr>
          <p:cNvSpPr>
            <a:spLocks xmlns:a="http://schemas.openxmlformats.org/drawingml/2006/main" noGrp="1"/>
          </p:cNvSpPr>
          <p:nvPr/>
        </p:nvSpPr>
        <p:spPr>
          <a:xfrm xmlns:a="http://schemas.openxmlformats.org/drawingml/2006/main">
            <a:off x="11125200" y="6219825"/>
            <a:ext cx="45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01</a:t>
            </a:r>
          </a:p>
        </p:txBody>
      </p:sp>
      <p:sp>
        <p:nvSpPr>
          <p:cNvPr id="6" name="">
            <a:extLst xmlns:a="http://schemas.openxmlformats.org/drawingml/2006/main">
              <a:ext uri="{FF2B5EF4-FFF2-40B4-BE49-F238E27FC236}">
                <a16:creationId xmlns:a16="http://schemas.microsoft.com/office/drawing/2014/main" id="{EB0D8FF6-EA94-46EB-8F05-489998E8270A}"/>
              </a:ext>
            </a:extLst>
          </p:cNvPr>
          <p:cNvSpPr>
            <a:spLocks xmlns:a="http://schemas.openxmlformats.org/drawingml/2006/main" noGrp="1"/>
          </p:cNvSpPr>
          <p:nvPr/>
        </p:nvSpPr>
        <p:spPr>
          <a:xfrm xmlns:a="http://schemas.openxmlformats.org/drawingml/2006/main">
            <a:off x="609600" y="1819275"/>
            <a:ext cx="1085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2C40"/>
                </a:solidFill>
                <a:latin typeface="DejaVu Sans"/>
                <a:ea typeface="DejaVu Sans"/>
                <a:cs typeface="DejaVu Sans"/>
              </a:defRPr>
            </a:defPPr>
            <a:lvl1pPr>
              <a:buNone/>
              <a:defRPr sz="2700" b="1">
                <a:solidFill>
                  <a:srgbClr val="172C40"/>
                </a:solidFill>
                <a:latin typeface="DejaVu Sans"/>
                <a:ea typeface="DejaVu Sans"/>
                <a:cs typeface="DejaVu Sans"/>
              </a:defRPr>
            </a:lvl1pPr>
            <a:lvl2pPr>
              <a:buNone/>
              <a:defRPr sz="2700" b="1">
                <a:solidFill>
                  <a:srgbClr val="172C40"/>
                </a:solidFill>
                <a:latin typeface="DejaVu Sans"/>
                <a:ea typeface="DejaVu Sans"/>
                <a:cs typeface="DejaVu Sans"/>
              </a:defRPr>
            </a:lvl2pPr>
            <a:lvl3pPr>
              <a:buNone/>
              <a:defRPr sz="2700" b="1">
                <a:solidFill>
                  <a:srgbClr val="172C40"/>
                </a:solidFill>
                <a:latin typeface="DejaVu Sans"/>
                <a:ea typeface="DejaVu Sans"/>
                <a:cs typeface="DejaVu Sans"/>
              </a:defRPr>
            </a:lvl3pPr>
            <a:lvl4pPr>
              <a:buNone/>
              <a:defRPr sz="2700" b="1">
                <a:solidFill>
                  <a:srgbClr val="172C40"/>
                </a:solidFill>
                <a:latin typeface="DejaVu Sans"/>
                <a:ea typeface="DejaVu Sans"/>
                <a:cs typeface="DejaVu Sans"/>
              </a:defRPr>
            </a:lvl4pPr>
            <a:lvl5pPr>
              <a:buNone/>
              <a:defRPr sz="2700" b="1">
                <a:solidFill>
                  <a:srgbClr val="172C40"/>
                </a:solidFill>
                <a:latin typeface="DejaVu Sans"/>
                <a:ea typeface="DejaVu Sans"/>
                <a:cs typeface="DejaVu Sans"/>
              </a:defRPr>
            </a:lvl5pPr>
            <a:lvl6pPr>
              <a:buNone/>
              <a:defRPr sz="2700" b="1">
                <a:solidFill>
                  <a:srgbClr val="172C40"/>
                </a:solidFill>
                <a:latin typeface="DejaVu Sans"/>
                <a:ea typeface="DejaVu Sans"/>
                <a:cs typeface="DejaVu Sans"/>
              </a:defRPr>
            </a:lvl6pPr>
            <a:lvl7pPr>
              <a:buNone/>
              <a:defRPr sz="2700" b="1">
                <a:solidFill>
                  <a:srgbClr val="172C40"/>
                </a:solidFill>
                <a:latin typeface="DejaVu Sans"/>
                <a:ea typeface="DejaVu Sans"/>
                <a:cs typeface="DejaVu Sans"/>
              </a:defRPr>
            </a:lvl7pPr>
            <a:lvl8pPr>
              <a:buNone/>
              <a:defRPr sz="2700" b="1">
                <a:solidFill>
                  <a:srgbClr val="172C40"/>
                </a:solidFill>
                <a:latin typeface="DejaVu Sans"/>
                <a:ea typeface="DejaVu Sans"/>
                <a:cs typeface="DejaVu Sans"/>
              </a:defRPr>
            </a:lvl8pPr>
            <a:lvl9pPr>
              <a:buNone/>
              <a:defRPr sz="2700" b="1">
                <a:solidFill>
                  <a:srgbClr val="172C40"/>
                </a:solidFill>
                <a:latin typeface="DejaVu Sans"/>
                <a:ea typeface="DejaVu Sans"/>
                <a:cs typeface="DejaVu Sans"/>
              </a:defRPr>
            </a:lvl9pPr>
          </a:lstStyle>
          <a:p xmlns:a="http://schemas.openxmlformats.org/drawingml/2006/main">
            <a:pPr>
              <a:buNone/>
              <a:defRPr sz="2325" b="1">
                <a:solidFill>
                  <a:srgbClr val="172C40"/>
                </a:solidFill>
                <a:latin typeface="DejaVu Sans"/>
                <a:ea typeface="DejaVu Sans"/>
                <a:cs typeface="DejaVu Sans"/>
              </a:defRPr>
            </a:pPr>
            <a:r>
              <a:rPr sz="2325" b="1">
                <a:solidFill>
                  <a:srgbClr val="172C40"/>
                </a:solidFill>
                <a:latin typeface="DejaVu Sans"/>
                <a:ea typeface="DejaVu Sans"/>
                <a:cs typeface="DejaVu Sans"/>
              </a:rPr>
              <a:t>Development of an AI-Assisted Platform for Generating Playable Browser Games from User-Provided Storylines</a:t>
            </a:r>
          </a:p>
        </p:txBody>
      </p:sp>
      <p:sp>
        <p:nvSpPr>
          <p:cNvPr id="7" name="">
            <a:extLst xmlns:a="http://schemas.openxmlformats.org/drawingml/2006/main">
              <a:ext uri="{FF2B5EF4-FFF2-40B4-BE49-F238E27FC236}">
                <a16:creationId xmlns:a16="http://schemas.microsoft.com/office/drawing/2014/main" id="{2F0E37F0-312C-4D4D-8D40-952564FA7354}"/>
              </a:ext>
            </a:extLst>
          </p:cNvPr>
          <p:cNvSpPr>
            <a:spLocks xmlns:a="http://schemas.openxmlformats.org/drawingml/2006/main" noGrp="1"/>
          </p:cNvSpPr>
          <p:nvPr/>
        </p:nvSpPr>
        <p:spPr>
          <a:xfrm xmlns:a="http://schemas.openxmlformats.org/drawingml/2006/main">
            <a:off x="609600" y="3009900"/>
            <a:ext cx="10858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Aim: generate a playable 2D browser game from a creator’s story.</a:t>
            </a:r>
          </a:p>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Candidate users: people without game-development experience.</a:t>
            </a:r>
          </a:p>
        </p:txBody>
      </p:sp>
      <p:sp>
        <p:nvSpPr>
          <p:cNvPr id="8" name="">
            <a:extLst xmlns:a="http://schemas.openxmlformats.org/drawingml/2006/main">
              <a:ext uri="{FF2B5EF4-FFF2-40B4-BE49-F238E27FC236}">
                <a16:creationId xmlns:a16="http://schemas.microsoft.com/office/drawing/2014/main" id="{FA4D747A-4B75-48D0-8D77-247F566FEE2C}"/>
              </a:ext>
            </a:extLst>
          </p:cNvPr>
          <p:cNvSpPr>
            <a:spLocks xmlns:a="http://schemas.openxmlformats.org/drawingml/2006/main" noGrp="1"/>
          </p:cNvSpPr>
          <p:nvPr/>
        </p:nvSpPr>
        <p:spPr>
          <a:xfrm xmlns:a="http://schemas.openxmlformats.org/drawingml/2006/main">
            <a:off x="609600" y="4095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2E6478"/>
                </a:solidFill>
                <a:latin typeface="DejaVu Sans"/>
                <a:ea typeface="DejaVu Sans"/>
                <a:cs typeface="DejaVu Sans"/>
              </a:defRPr>
            </a:defPPr>
            <a:lvl1pPr>
              <a:buNone/>
              <a:defRPr sz="1950" b="1">
                <a:solidFill>
                  <a:srgbClr val="2E6478"/>
                </a:solidFill>
                <a:latin typeface="DejaVu Sans"/>
                <a:ea typeface="DejaVu Sans"/>
                <a:cs typeface="DejaVu Sans"/>
              </a:defRPr>
            </a:lvl1pPr>
            <a:lvl2pPr>
              <a:buNone/>
              <a:defRPr sz="1950" b="1">
                <a:solidFill>
                  <a:srgbClr val="2E6478"/>
                </a:solidFill>
                <a:latin typeface="DejaVu Sans"/>
                <a:ea typeface="DejaVu Sans"/>
                <a:cs typeface="DejaVu Sans"/>
              </a:defRPr>
            </a:lvl2pPr>
            <a:lvl3pPr>
              <a:buNone/>
              <a:defRPr sz="1950" b="1">
                <a:solidFill>
                  <a:srgbClr val="2E6478"/>
                </a:solidFill>
                <a:latin typeface="DejaVu Sans"/>
                <a:ea typeface="DejaVu Sans"/>
                <a:cs typeface="DejaVu Sans"/>
              </a:defRPr>
            </a:lvl3pPr>
            <a:lvl4pPr>
              <a:buNone/>
              <a:defRPr sz="1950" b="1">
                <a:solidFill>
                  <a:srgbClr val="2E6478"/>
                </a:solidFill>
                <a:latin typeface="DejaVu Sans"/>
                <a:ea typeface="DejaVu Sans"/>
                <a:cs typeface="DejaVu Sans"/>
              </a:defRPr>
            </a:lvl4pPr>
            <a:lvl5pPr>
              <a:buNone/>
              <a:defRPr sz="1950" b="1">
                <a:solidFill>
                  <a:srgbClr val="2E6478"/>
                </a:solidFill>
                <a:latin typeface="DejaVu Sans"/>
                <a:ea typeface="DejaVu Sans"/>
                <a:cs typeface="DejaVu Sans"/>
              </a:defRPr>
            </a:lvl5pPr>
            <a:lvl6pPr>
              <a:buNone/>
              <a:defRPr sz="1950" b="1">
                <a:solidFill>
                  <a:srgbClr val="2E6478"/>
                </a:solidFill>
                <a:latin typeface="DejaVu Sans"/>
                <a:ea typeface="DejaVu Sans"/>
                <a:cs typeface="DejaVu Sans"/>
              </a:defRPr>
            </a:lvl6pPr>
            <a:lvl7pPr>
              <a:buNone/>
              <a:defRPr sz="1950" b="1">
                <a:solidFill>
                  <a:srgbClr val="2E6478"/>
                </a:solidFill>
                <a:latin typeface="DejaVu Sans"/>
                <a:ea typeface="DejaVu Sans"/>
                <a:cs typeface="DejaVu Sans"/>
              </a:defRPr>
            </a:lvl7pPr>
            <a:lvl8pPr>
              <a:buNone/>
              <a:defRPr sz="1950" b="1">
                <a:solidFill>
                  <a:srgbClr val="2E6478"/>
                </a:solidFill>
                <a:latin typeface="DejaVu Sans"/>
                <a:ea typeface="DejaVu Sans"/>
                <a:cs typeface="DejaVu Sans"/>
              </a:defRPr>
            </a:lvl8pPr>
            <a:lvl9pPr>
              <a:buNone/>
              <a:defRPr sz="1950" b="1">
                <a:solidFill>
                  <a:srgbClr val="2E6478"/>
                </a:solidFill>
                <a:latin typeface="DejaVu Sans"/>
                <a:ea typeface="DejaVu Sans"/>
                <a:cs typeface="DejaVu Sans"/>
              </a:defRPr>
            </a:lvl9pPr>
          </a:lstStyle>
          <a:p xmlns:a="http://schemas.openxmlformats.org/drawingml/2006/main">
            <a:pPr>
              <a:buNone/>
              <a:defRPr sz="1950" b="1">
                <a:solidFill>
                  <a:srgbClr val="2E6478"/>
                </a:solidFill>
                <a:latin typeface="DejaVu Sans"/>
                <a:ea typeface="DejaVu Sans"/>
                <a:cs typeface="DejaVu Sans"/>
              </a:defRPr>
            </a:pPr>
            <a:r>
              <a:rPr sz="1950" b="1">
                <a:solidFill>
                  <a:srgbClr val="2E6478"/>
                </a:solidFill>
                <a:latin typeface="DejaVu Sans"/>
                <a:ea typeface="DejaVu Sans"/>
                <a:cs typeface="DejaVu Sans"/>
              </a:rPr>
              <a:t>Team responsibilities</a:t>
            </a:r>
          </a:p>
        </p:txBody>
      </p:sp>
      <p:sp>
        <p:nvSpPr>
          <p:cNvPr id="9" name="">
            <a:extLst xmlns:a="http://schemas.openxmlformats.org/drawingml/2006/main">
              <a:ext uri="{FF2B5EF4-FFF2-40B4-BE49-F238E27FC236}">
                <a16:creationId xmlns:a16="http://schemas.microsoft.com/office/drawing/2014/main" id="{86D70D2C-9F7D-4DDB-9FE9-A7E0807A3928}"/>
              </a:ext>
            </a:extLst>
          </p:cNvPr>
          <p:cNvSpPr>
            <a:spLocks xmlns:a="http://schemas.openxmlformats.org/drawingml/2006/main" noGrp="1"/>
          </p:cNvSpPr>
          <p:nvPr/>
        </p:nvSpPr>
        <p:spPr>
          <a:xfrm xmlns:a="http://schemas.openxmlformats.org/drawingml/2006/main">
            <a:off x="609600" y="4600575"/>
            <a:ext cx="1097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2C40"/>
                </a:solidFill>
                <a:latin typeface="DejaVu Sans"/>
                <a:ea typeface="DejaVu Sans"/>
                <a:cs typeface="DejaVu Sans"/>
              </a:defRPr>
            </a:defPPr>
            <a:lvl1pPr>
              <a:buNone/>
              <a:defRPr sz="1725" b="0">
                <a:solidFill>
                  <a:srgbClr val="172C40"/>
                </a:solidFill>
                <a:latin typeface="DejaVu Sans"/>
                <a:ea typeface="DejaVu Sans"/>
                <a:cs typeface="DejaVu Sans"/>
              </a:defRPr>
            </a:lvl1pPr>
            <a:lvl2pPr>
              <a:buNone/>
              <a:defRPr sz="1725" b="0">
                <a:solidFill>
                  <a:srgbClr val="172C40"/>
                </a:solidFill>
                <a:latin typeface="DejaVu Sans"/>
                <a:ea typeface="DejaVu Sans"/>
                <a:cs typeface="DejaVu Sans"/>
              </a:defRPr>
            </a:lvl2pPr>
            <a:lvl3pPr>
              <a:buNone/>
              <a:defRPr sz="1725" b="0">
                <a:solidFill>
                  <a:srgbClr val="172C40"/>
                </a:solidFill>
                <a:latin typeface="DejaVu Sans"/>
                <a:ea typeface="DejaVu Sans"/>
                <a:cs typeface="DejaVu Sans"/>
              </a:defRPr>
            </a:lvl3pPr>
            <a:lvl4pPr>
              <a:buNone/>
              <a:defRPr sz="1725" b="0">
                <a:solidFill>
                  <a:srgbClr val="172C40"/>
                </a:solidFill>
                <a:latin typeface="DejaVu Sans"/>
                <a:ea typeface="DejaVu Sans"/>
                <a:cs typeface="DejaVu Sans"/>
              </a:defRPr>
            </a:lvl4pPr>
            <a:lvl5pPr>
              <a:buNone/>
              <a:defRPr sz="1725" b="0">
                <a:solidFill>
                  <a:srgbClr val="172C40"/>
                </a:solidFill>
                <a:latin typeface="DejaVu Sans"/>
                <a:ea typeface="DejaVu Sans"/>
                <a:cs typeface="DejaVu Sans"/>
              </a:defRPr>
            </a:lvl5pPr>
            <a:lvl6pPr>
              <a:buNone/>
              <a:defRPr sz="1725" b="0">
                <a:solidFill>
                  <a:srgbClr val="172C40"/>
                </a:solidFill>
                <a:latin typeface="DejaVu Sans"/>
                <a:ea typeface="DejaVu Sans"/>
                <a:cs typeface="DejaVu Sans"/>
              </a:defRPr>
            </a:lvl6pPr>
            <a:lvl7pPr>
              <a:buNone/>
              <a:defRPr sz="1725" b="0">
                <a:solidFill>
                  <a:srgbClr val="172C40"/>
                </a:solidFill>
                <a:latin typeface="DejaVu Sans"/>
                <a:ea typeface="DejaVu Sans"/>
                <a:cs typeface="DejaVu Sans"/>
              </a:defRPr>
            </a:lvl7pPr>
            <a:lvl8pPr>
              <a:buNone/>
              <a:defRPr sz="1725" b="0">
                <a:solidFill>
                  <a:srgbClr val="172C40"/>
                </a:solidFill>
                <a:latin typeface="DejaVu Sans"/>
                <a:ea typeface="DejaVu Sans"/>
                <a:cs typeface="DejaVu Sans"/>
              </a:defRPr>
            </a:lvl8pPr>
            <a:lvl9pPr>
              <a:buNone/>
              <a:defRPr sz="1725" b="0">
                <a:solidFill>
                  <a:srgbClr val="172C40"/>
                </a:solidFill>
                <a:latin typeface="DejaVu Sans"/>
                <a:ea typeface="DejaVu Sans"/>
                <a:cs typeface="DejaVu Sans"/>
              </a:defRPr>
            </a:lvl9pPr>
          </a:lstStyle>
          <a:p xmlns:a="http://schemas.openxmlformats.org/drawingml/2006/main">
            <a:pPr>
              <a:buNone/>
              <a:defRPr sz="1725" b="0">
                <a:solidFill>
                  <a:srgbClr val="172C40"/>
                </a:solidFill>
                <a:latin typeface="DejaVu Sans"/>
                <a:ea typeface="DejaVu Sans"/>
                <a:cs typeface="DejaVu Sans"/>
              </a:defRPr>
            </a:pPr>
            <a:r>
              <a:rPr sz="1725" b="0">
                <a:solidFill>
                  <a:srgbClr val="172C40"/>
                </a:solidFill>
                <a:latin typeface="DejaVu Sans"/>
                <a:ea typeface="DejaVu Sans"/>
                <a:cs typeface="DejaVu Sans"/>
              </a:rPr>
              <a:t>Almadi Madiuly: frontend and UX/UI</a:t>
            </a:r>
          </a:p>
          <a:p xmlns:a="http://schemas.openxmlformats.org/drawingml/2006/main">
            <a:pPr>
              <a:buNone/>
              <a:defRPr sz="1725" b="0">
                <a:solidFill>
                  <a:srgbClr val="172C40"/>
                </a:solidFill>
                <a:latin typeface="DejaVu Sans"/>
                <a:ea typeface="DejaVu Sans"/>
                <a:cs typeface="DejaVu Sans"/>
              </a:defRPr>
            </a:pPr>
            <a:r>
              <a:rPr sz="1725" b="0">
                <a:solidFill>
                  <a:srgbClr val="172C40"/>
                </a:solidFill>
                <a:latin typeface="DejaVu Sans"/>
                <a:ea typeface="DejaVu Sans"/>
                <a:cs typeface="DejaVu Sans"/>
              </a:rPr>
              <a:t>Zhaksylyk Aldiyar: backend and platform</a:t>
            </a:r>
          </a:p>
          <a:p xmlns:a="http://schemas.openxmlformats.org/drawingml/2006/main">
            <a:pPr>
              <a:buNone/>
              <a:defRPr sz="1725" b="0">
                <a:solidFill>
                  <a:srgbClr val="172C40"/>
                </a:solidFill>
                <a:latin typeface="DejaVu Sans"/>
                <a:ea typeface="DejaVu Sans"/>
                <a:cs typeface="DejaVu Sans"/>
              </a:defRPr>
            </a:pPr>
            <a:r>
              <a:rPr sz="1725" b="0">
                <a:solidFill>
                  <a:srgbClr val="172C40"/>
                </a:solidFill>
                <a:latin typeface="DejaVu Sans"/>
                <a:ea typeface="DejaVu Sans"/>
                <a:cs typeface="DejaVu Sans"/>
              </a:rPr>
              <a:t>Yessengeldi Nurgeldi: AI generation and validation</a:t>
            </a:r>
          </a:p>
        </p:txBody>
      </p:sp>
    </p:spTree>
    <p:extLst>
      <p:ext uri="{BB962C8B-B14F-4D97-AF65-F5344CB8AC3E}">
        <p14:creationId xmlns:p14="http://schemas.microsoft.com/office/powerpoint/2010/main" val="1889274474"/>
      </p:ext>
    </p:extLst>
  </p:cSld>
</p:sld>
</file>

<file path=ppt/slides/slide2.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DA36475-1275-4C15-9D0C-7B040AF7F266}"/>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6E9477-DB00-4FC8-99E9-F29E4418C38C}"/>
              </a:ext>
            </a:extLst>
          </p:cNvPr>
          <p:cNvSpPr>
            <a:spLocks xmlns:a="http://schemas.openxmlformats.org/drawingml/2006/main" noGrp="1"/>
          </p:cNvSpPr>
          <p:nvPr/>
        </p:nvSpPr>
        <p:spPr>
          <a:xfrm xmlns:a="http://schemas.openxmlformats.org/drawingml/2006/main">
            <a:off x="609600" y="800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C40"/>
                </a:solidFill>
                <a:latin typeface="DejaVu Sans"/>
                <a:ea typeface="DejaVu Sans"/>
                <a:cs typeface="DejaVu Sans"/>
              </a:defRPr>
            </a:defPPr>
            <a:lvl1pPr>
              <a:buNone/>
              <a:defRPr sz="2850" b="1">
                <a:solidFill>
                  <a:srgbClr val="172C40"/>
                </a:solidFill>
                <a:latin typeface="DejaVu Sans"/>
                <a:ea typeface="DejaVu Sans"/>
                <a:cs typeface="DejaVu Sans"/>
              </a:defRPr>
            </a:lvl1pPr>
            <a:lvl2pPr>
              <a:buNone/>
              <a:defRPr sz="2850" b="1">
                <a:solidFill>
                  <a:srgbClr val="172C40"/>
                </a:solidFill>
                <a:latin typeface="DejaVu Sans"/>
                <a:ea typeface="DejaVu Sans"/>
                <a:cs typeface="DejaVu Sans"/>
              </a:defRPr>
            </a:lvl2pPr>
            <a:lvl3pPr>
              <a:buNone/>
              <a:defRPr sz="2850" b="1">
                <a:solidFill>
                  <a:srgbClr val="172C40"/>
                </a:solidFill>
                <a:latin typeface="DejaVu Sans"/>
                <a:ea typeface="DejaVu Sans"/>
                <a:cs typeface="DejaVu Sans"/>
              </a:defRPr>
            </a:lvl3pPr>
            <a:lvl4pPr>
              <a:buNone/>
              <a:defRPr sz="2850" b="1">
                <a:solidFill>
                  <a:srgbClr val="172C40"/>
                </a:solidFill>
                <a:latin typeface="DejaVu Sans"/>
                <a:ea typeface="DejaVu Sans"/>
                <a:cs typeface="DejaVu Sans"/>
              </a:defRPr>
            </a:lvl4pPr>
            <a:lvl5pPr>
              <a:buNone/>
              <a:defRPr sz="2850" b="1">
                <a:solidFill>
                  <a:srgbClr val="172C40"/>
                </a:solidFill>
                <a:latin typeface="DejaVu Sans"/>
                <a:ea typeface="DejaVu Sans"/>
                <a:cs typeface="DejaVu Sans"/>
              </a:defRPr>
            </a:lvl5pPr>
            <a:lvl6pPr>
              <a:buNone/>
              <a:defRPr sz="2850" b="1">
                <a:solidFill>
                  <a:srgbClr val="172C40"/>
                </a:solidFill>
                <a:latin typeface="DejaVu Sans"/>
                <a:ea typeface="DejaVu Sans"/>
                <a:cs typeface="DejaVu Sans"/>
              </a:defRPr>
            </a:lvl6pPr>
            <a:lvl7pPr>
              <a:buNone/>
              <a:defRPr sz="2850" b="1">
                <a:solidFill>
                  <a:srgbClr val="172C40"/>
                </a:solidFill>
                <a:latin typeface="DejaVu Sans"/>
                <a:ea typeface="DejaVu Sans"/>
                <a:cs typeface="DejaVu Sans"/>
              </a:defRPr>
            </a:lvl7pPr>
            <a:lvl8pPr>
              <a:buNone/>
              <a:defRPr sz="2850" b="1">
                <a:solidFill>
                  <a:srgbClr val="172C40"/>
                </a:solidFill>
                <a:latin typeface="DejaVu Sans"/>
                <a:ea typeface="DejaVu Sans"/>
                <a:cs typeface="DejaVu Sans"/>
              </a:defRPr>
            </a:lvl8pPr>
            <a:lvl9pPr>
              <a:buNone/>
              <a:defRPr sz="2850" b="1">
                <a:solidFill>
                  <a:srgbClr val="172C40"/>
                </a:solidFill>
                <a:latin typeface="DejaVu Sans"/>
                <a:ea typeface="DejaVu Sans"/>
                <a:cs typeface="DejaVu Sans"/>
              </a:defRPr>
            </a:lvl9pPr>
          </a:lstStyle>
          <a:p xmlns:a="http://schemas.openxmlformats.org/drawingml/2006/main">
            <a:pPr>
              <a:buNone/>
              <a:defRPr sz="2850" b="1">
                <a:solidFill>
                  <a:srgbClr val="172C40"/>
                </a:solidFill>
                <a:latin typeface="DejaVu Sans"/>
                <a:ea typeface="DejaVu Sans"/>
                <a:cs typeface="DejaVu Sans"/>
              </a:defRPr>
            </a:pPr>
            <a:r>
              <a:rPr sz="2850" b="1">
                <a:solidFill>
                  <a:srgbClr val="172C40"/>
                </a:solidFill>
                <a:latin typeface="DejaVu Sans"/>
                <a:ea typeface="DejaVu Sans"/>
                <a:cs typeface="DejaVu Sans"/>
              </a:rPr>
              <a:t>Relevance and descriptive survey results</a:t>
            </a:r>
          </a:p>
        </p:txBody>
      </p:sp>
      <p:sp>
        <p:nvSpPr>
          <p:cNvPr id="3" name="">
            <a:extLst xmlns:a="http://schemas.openxmlformats.org/drawingml/2006/main">
              <a:ext uri="{FF2B5EF4-FFF2-40B4-BE49-F238E27FC236}">
                <a16:creationId xmlns:a16="http://schemas.microsoft.com/office/drawing/2014/main" id="{4669922A-28DE-4D54-9150-3AB85CE5D205}"/>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26B7453-4744-4469-9B06-86DC377AC809}"/>
              </a:ext>
            </a:extLst>
          </p:cNvPr>
          <p:cNvSpPr>
            <a:spLocks xmlns:a="http://schemas.openxmlformats.org/drawingml/2006/main" noGrp="1"/>
          </p:cNvSpPr>
          <p:nvPr/>
        </p:nvSpPr>
        <p:spPr>
          <a:xfrm xmlns:a="http://schemas.openxmlformats.org/drawingml/2006/main">
            <a:off x="609600" y="6238875"/>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2 Relevance / Supplied CSV, 23 October 2026 / Percentages use all 142 records</a:t>
            </a:r>
          </a:p>
        </p:txBody>
      </p:sp>
      <p:sp>
        <p:nvSpPr>
          <p:cNvPr id="5" name="">
            <a:extLst xmlns:a="http://schemas.openxmlformats.org/drawingml/2006/main">
              <a:ext uri="{FF2B5EF4-FFF2-40B4-BE49-F238E27FC236}">
                <a16:creationId xmlns:a16="http://schemas.microsoft.com/office/drawing/2014/main" id="{706021BE-59CA-45C4-9DCE-97AD8E8788DE}"/>
              </a:ext>
            </a:extLst>
          </p:cNvPr>
          <p:cNvSpPr>
            <a:spLocks xmlns:a="http://schemas.openxmlformats.org/drawingml/2006/main" noGrp="1"/>
          </p:cNvSpPr>
          <p:nvPr/>
        </p:nvSpPr>
        <p:spPr>
          <a:xfrm xmlns:a="http://schemas.openxmlformats.org/drawingml/2006/main">
            <a:off x="11125200" y="6219825"/>
            <a:ext cx="45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02</a:t>
            </a:r>
          </a:p>
        </p:txBody>
      </p:sp>
      <p:sp>
        <p:nvSpPr>
          <p:cNvPr id="6" name="">
            <a:extLst xmlns:a="http://schemas.openxmlformats.org/drawingml/2006/main">
              <a:ext uri="{FF2B5EF4-FFF2-40B4-BE49-F238E27FC236}">
                <a16:creationId xmlns:a16="http://schemas.microsoft.com/office/drawing/2014/main" id="{BE743377-1ABF-453D-9709-B9D8DD798BDF}"/>
              </a:ext>
            </a:extLst>
          </p:cNvPr>
          <p:cNvSpPr>
            <a:spLocks xmlns:a="http://schemas.openxmlformats.org/drawingml/2006/main" noGrp="1"/>
          </p:cNvSpPr>
          <p:nvPr/>
        </p:nvSpPr>
        <p:spPr>
          <a:xfrm xmlns:a="http://schemas.openxmlformats.org/drawingml/2006/main">
            <a:off x="609600" y="1809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7" name="">
            <a:extLst xmlns:a="http://schemas.openxmlformats.org/drawingml/2006/main">
              <a:ext uri="{FF2B5EF4-FFF2-40B4-BE49-F238E27FC236}">
                <a16:creationId xmlns:a16="http://schemas.microsoft.com/office/drawing/2014/main" id="{08527055-57FC-430C-96CA-5EB70FEB791B}"/>
              </a:ext>
            </a:extLst>
          </p:cNvPr>
          <p:cNvSpPr>
            <a:spLocks xmlns:a="http://schemas.openxmlformats.org/drawingml/2006/main" noGrp="1"/>
          </p:cNvSpPr>
          <p:nvPr/>
        </p:nvSpPr>
        <p:spPr>
          <a:xfrm xmlns:a="http://schemas.openxmlformats.org/drawingml/2006/main">
            <a:off x="609600" y="22479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8" name="">
            <a:extLst xmlns:a="http://schemas.openxmlformats.org/drawingml/2006/main">
              <a:ext uri="{FF2B5EF4-FFF2-40B4-BE49-F238E27FC236}">
                <a16:creationId xmlns:a16="http://schemas.microsoft.com/office/drawing/2014/main" id="{135FFE5D-8210-4AF1-8B54-F2F378D43009}"/>
              </a:ext>
            </a:extLst>
          </p:cNvPr>
          <p:cNvSpPr>
            <a:spLocks xmlns:a="http://schemas.openxmlformats.org/drawingml/2006/main" noGrp="1"/>
          </p:cNvSpPr>
          <p:nvPr/>
        </p:nvSpPr>
        <p:spPr>
          <a:xfrm xmlns:a="http://schemas.openxmlformats.org/drawingml/2006/main">
            <a:off x="609600" y="32099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9" name="">
            <a:extLst xmlns:a="http://schemas.openxmlformats.org/drawingml/2006/main">
              <a:ext uri="{FF2B5EF4-FFF2-40B4-BE49-F238E27FC236}">
                <a16:creationId xmlns:a16="http://schemas.microsoft.com/office/drawing/2014/main" id="{EEAC942C-8740-4E91-8742-0C53A2894846}"/>
              </a:ext>
            </a:extLst>
          </p:cNvPr>
          <p:cNvSpPr>
            <a:spLocks xmlns:a="http://schemas.openxmlformats.org/drawingml/2006/main" noGrp="1"/>
          </p:cNvSpPr>
          <p:nvPr/>
        </p:nvSpPr>
        <p:spPr>
          <a:xfrm xmlns:a="http://schemas.openxmlformats.org/drawingml/2006/main">
            <a:off x="609600" y="36480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10" name="">
            <a:extLst xmlns:a="http://schemas.openxmlformats.org/drawingml/2006/main">
              <a:ext uri="{FF2B5EF4-FFF2-40B4-BE49-F238E27FC236}">
                <a16:creationId xmlns:a16="http://schemas.microsoft.com/office/drawing/2014/main" id="{907F8250-8B6C-4A81-8C91-243A67B71D99}"/>
              </a:ext>
            </a:extLst>
          </p:cNvPr>
          <p:cNvSpPr>
            <a:spLocks xmlns:a="http://schemas.openxmlformats.org/drawingml/2006/main" noGrp="1"/>
          </p:cNvSpPr>
          <p:nvPr/>
        </p:nvSpPr>
        <p:spPr>
          <a:xfrm xmlns:a="http://schemas.openxmlformats.org/drawingml/2006/main">
            <a:off x="609600" y="46101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11" name="">
            <a:extLst xmlns:a="http://schemas.openxmlformats.org/drawingml/2006/main">
              <a:ext uri="{FF2B5EF4-FFF2-40B4-BE49-F238E27FC236}">
                <a16:creationId xmlns:a16="http://schemas.microsoft.com/office/drawing/2014/main" id="{C77FB1DA-1409-439B-9C28-97610CC478CF}"/>
              </a:ext>
            </a:extLst>
          </p:cNvPr>
          <p:cNvSpPr>
            <a:spLocks xmlns:a="http://schemas.openxmlformats.org/drawingml/2006/main" noGrp="1"/>
          </p:cNvSpPr>
          <p:nvPr/>
        </p:nvSpPr>
        <p:spPr>
          <a:xfrm xmlns:a="http://schemas.openxmlformats.org/drawingml/2006/main">
            <a:off x="609600" y="5048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13" name="">
            <a:extLst xmlns:a="http://schemas.openxmlformats.org/drawingml/2006/main">
              <a:ext uri="{FF2B5EF4-FFF2-40B4-BE49-F238E27FC236}">
                <a16:creationId xmlns:a16="http://schemas.microsoft.com/office/drawing/2014/main" id="{19C213C7-A836-4A40-B7A4-6B870E7760FD}"/>
              </a:ext>
            </a:extLst>
          </p:cNvPr>
          <p:cNvSpPr>
            <a:spLocks xmlns:a="http://schemas.openxmlformats.org/drawingml/2006/main" noGrp="1"/>
          </p:cNvSpPr>
          <p:nvPr/>
        </p:nvSpPr>
        <p:spPr>
          <a:xfrm xmlns:a="http://schemas.openxmlformats.org/drawingml/2006/main">
            <a:off x="609600" y="179070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Responses in team-provided export · n = 142</a:t>
            </a:r>
          </a:p>
        </p:txBody>
      </p:sp>
      <p:sp>
        <p:nvSpPr>
          <p:cNvPr id="14" name="">
            <a:extLst xmlns:a="http://schemas.openxmlformats.org/drawingml/2006/main">
              <a:ext uri="{FF2B5EF4-FFF2-40B4-BE49-F238E27FC236}">
                <a16:creationId xmlns:a16="http://schemas.microsoft.com/office/drawing/2014/main" id="{42C9A310-EE11-4434-9F95-88764217949C}"/>
              </a:ext>
            </a:extLst>
          </p:cNvPr>
          <p:cNvSpPr>
            <a:spLocks xmlns:a="http://schemas.openxmlformats.org/drawingml/2006/main" noGrp="1"/>
          </p:cNvSpPr>
          <p:nvPr/>
        </p:nvSpPr>
        <p:spPr>
          <a:xfrm xmlns:a="http://schemas.openxmlformats.org/drawingml/2006/main">
            <a:off x="609600" y="2543175"/>
            <a:ext cx="3857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172C40"/>
                </a:solidFill>
                <a:latin typeface="DejaVu Sans"/>
                <a:ea typeface="DejaVu Sans"/>
                <a:cs typeface="DejaVu Sans"/>
              </a:defRPr>
            </a:defPPr>
            <a:lvl1pPr>
              <a:buNone/>
              <a:defRPr sz="1650" b="1">
                <a:solidFill>
                  <a:srgbClr val="172C40"/>
                </a:solidFill>
                <a:latin typeface="DejaVu Sans"/>
                <a:ea typeface="DejaVu Sans"/>
                <a:cs typeface="DejaVu Sans"/>
              </a:defRPr>
            </a:lvl1pPr>
            <a:lvl2pPr>
              <a:buNone/>
              <a:defRPr sz="1650" b="1">
                <a:solidFill>
                  <a:srgbClr val="172C40"/>
                </a:solidFill>
                <a:latin typeface="DejaVu Sans"/>
                <a:ea typeface="DejaVu Sans"/>
                <a:cs typeface="DejaVu Sans"/>
              </a:defRPr>
            </a:lvl2pPr>
            <a:lvl3pPr>
              <a:buNone/>
              <a:defRPr sz="1650" b="1">
                <a:solidFill>
                  <a:srgbClr val="172C40"/>
                </a:solidFill>
                <a:latin typeface="DejaVu Sans"/>
                <a:ea typeface="DejaVu Sans"/>
                <a:cs typeface="DejaVu Sans"/>
              </a:defRPr>
            </a:lvl3pPr>
            <a:lvl4pPr>
              <a:buNone/>
              <a:defRPr sz="1650" b="1">
                <a:solidFill>
                  <a:srgbClr val="172C40"/>
                </a:solidFill>
                <a:latin typeface="DejaVu Sans"/>
                <a:ea typeface="DejaVu Sans"/>
                <a:cs typeface="DejaVu Sans"/>
              </a:defRPr>
            </a:lvl4pPr>
            <a:lvl5pPr>
              <a:buNone/>
              <a:defRPr sz="1650" b="1">
                <a:solidFill>
                  <a:srgbClr val="172C40"/>
                </a:solidFill>
                <a:latin typeface="DejaVu Sans"/>
                <a:ea typeface="DejaVu Sans"/>
                <a:cs typeface="DejaVu Sans"/>
              </a:defRPr>
            </a:lvl5pPr>
            <a:lvl6pPr>
              <a:buNone/>
              <a:defRPr sz="1650" b="1">
                <a:solidFill>
                  <a:srgbClr val="172C40"/>
                </a:solidFill>
                <a:latin typeface="DejaVu Sans"/>
                <a:ea typeface="DejaVu Sans"/>
                <a:cs typeface="DejaVu Sans"/>
              </a:defRPr>
            </a:lvl6pPr>
            <a:lvl7pPr>
              <a:buNone/>
              <a:defRPr sz="1650" b="1">
                <a:solidFill>
                  <a:srgbClr val="172C40"/>
                </a:solidFill>
                <a:latin typeface="DejaVu Sans"/>
                <a:ea typeface="DejaVu Sans"/>
                <a:cs typeface="DejaVu Sans"/>
              </a:defRPr>
            </a:lvl7pPr>
            <a:lvl8pPr>
              <a:buNone/>
              <a:defRPr sz="1650" b="1">
                <a:solidFill>
                  <a:srgbClr val="172C40"/>
                </a:solidFill>
                <a:latin typeface="DejaVu Sans"/>
                <a:ea typeface="DejaVu Sans"/>
                <a:cs typeface="DejaVu Sans"/>
              </a:defRPr>
            </a:lvl8pPr>
            <a:lvl9pPr>
              <a:buNone/>
              <a:defRPr sz="1650" b="1">
                <a:solidFill>
                  <a:srgbClr val="172C40"/>
                </a:solidFill>
                <a:latin typeface="DejaVu Sans"/>
                <a:ea typeface="DejaVu Sans"/>
                <a:cs typeface="DejaVu Sans"/>
              </a:defRPr>
            </a:lvl9pPr>
          </a:lstStyle>
          <a:p xmlns:a="http://schemas.openxmlformats.org/drawingml/2006/main">
            <a:pPr>
              <a:buNone/>
              <a:defRPr sz="1650" b="1">
                <a:solidFill>
                  <a:srgbClr val="172C40"/>
                </a:solidFill>
                <a:latin typeface="DejaVu Sans"/>
                <a:ea typeface="DejaVu Sans"/>
                <a:cs typeface="DejaVu Sans"/>
              </a:defRPr>
            </a:pPr>
            <a:r>
              <a:rPr sz="1650" b="1">
                <a:solidFill>
                  <a:srgbClr val="172C40"/>
                </a:solidFill>
                <a:latin typeface="DejaVu Sans"/>
                <a:ea typeface="DejaVu Sans"/>
                <a:cs typeface="DejaVu Sans"/>
              </a:rPr>
              <a:t>No experience or beginner</a:t>
            </a:r>
          </a:p>
        </p:txBody>
      </p:sp>
      <p:sp>
        <p:nvSpPr>
          <p:cNvPr id="15" name="">
            <a:extLst xmlns:a="http://schemas.openxmlformats.org/drawingml/2006/main">
              <a:ext uri="{FF2B5EF4-FFF2-40B4-BE49-F238E27FC236}">
                <a16:creationId xmlns:a16="http://schemas.microsoft.com/office/drawing/2014/main" id="{517449A8-5269-442C-A2DF-50A3B5504FEB}"/>
              </a:ext>
            </a:extLst>
          </p:cNvPr>
          <p:cNvSpPr>
            <a:spLocks xmlns:a="http://schemas.openxmlformats.org/drawingml/2006/main" noGrp="1"/>
          </p:cNvSpPr>
          <p:nvPr/>
        </p:nvSpPr>
        <p:spPr>
          <a:xfrm xmlns:a="http://schemas.openxmlformats.org/drawingml/2006/main">
            <a:off x="4667250" y="2590800"/>
            <a:ext cx="5429250" cy="266700"/>
          </a:xfrm>
          <a:prstGeom xmlns:a="http://schemas.openxmlformats.org/drawingml/2006/main" prst="rect">
            <a:avLst/>
          </a:prstGeom>
          <a:solidFill xmlns:a="http://schemas.openxmlformats.org/drawingml/2006/main">
            <a:srgbClr val="E7EEF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FF9883A-A029-4036-ADD6-5A9A2E05DF85}"/>
              </a:ext>
            </a:extLst>
          </p:cNvPr>
          <p:cNvSpPr>
            <a:spLocks xmlns:a="http://schemas.openxmlformats.org/drawingml/2006/main" noGrp="1"/>
          </p:cNvSpPr>
          <p:nvPr/>
        </p:nvSpPr>
        <p:spPr>
          <a:xfrm xmlns:a="http://schemas.openxmlformats.org/drawingml/2006/main">
            <a:off x="4667250" y="2590800"/>
            <a:ext cx="3746183" cy="266700"/>
          </a:xfrm>
          <a:prstGeom xmlns:a="http://schemas.openxmlformats.org/drawingml/2006/main" prst="rect">
            <a:avLst/>
          </a:prstGeom>
          <a:solidFill xmlns:a="http://schemas.openxmlformats.org/drawingml/2006/main">
            <a:srgbClr val="5A899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2858D57-CC63-498F-9C07-F7DBCE91989C}"/>
              </a:ext>
            </a:extLst>
          </p:cNvPr>
          <p:cNvSpPr>
            <a:spLocks xmlns:a="http://schemas.openxmlformats.org/drawingml/2006/main" noGrp="1"/>
          </p:cNvSpPr>
          <p:nvPr/>
        </p:nvSpPr>
        <p:spPr>
          <a:xfrm xmlns:a="http://schemas.openxmlformats.org/drawingml/2006/main">
            <a:off x="10287000" y="2524125"/>
            <a:ext cx="12573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98/142</a:t>
            </a:r>
          </a:p>
        </p:txBody>
      </p:sp>
      <p:sp>
        <p:nvSpPr>
          <p:cNvPr id="18" name="">
            <a:extLst xmlns:a="http://schemas.openxmlformats.org/drawingml/2006/main">
              <a:ext uri="{FF2B5EF4-FFF2-40B4-BE49-F238E27FC236}">
                <a16:creationId xmlns:a16="http://schemas.microsoft.com/office/drawing/2014/main" id="{E340A461-3E4E-4219-A179-7F2AB4E132CD}"/>
              </a:ext>
            </a:extLst>
          </p:cNvPr>
          <p:cNvSpPr>
            <a:spLocks xmlns:a="http://schemas.openxmlformats.org/drawingml/2006/main" noGrp="1"/>
          </p:cNvSpPr>
          <p:nvPr/>
        </p:nvSpPr>
        <p:spPr>
          <a:xfrm xmlns:a="http://schemas.openxmlformats.org/drawingml/2006/main">
            <a:off x="10287000" y="28479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0">
                <a:solidFill>
                  <a:srgbClr val="526474"/>
                </a:solidFill>
                <a:latin typeface="DejaVu Sans"/>
                <a:ea typeface="DejaVu Sans"/>
                <a:cs typeface="DejaVu Sans"/>
              </a:defRPr>
            </a:defPPr>
            <a:lvl1pPr>
              <a:buNone/>
              <a:defRPr sz="1275" b="0">
                <a:solidFill>
                  <a:srgbClr val="526474"/>
                </a:solidFill>
                <a:latin typeface="DejaVu Sans"/>
                <a:ea typeface="DejaVu Sans"/>
                <a:cs typeface="DejaVu Sans"/>
              </a:defRPr>
            </a:lvl1pPr>
            <a:lvl2pPr>
              <a:buNone/>
              <a:defRPr sz="1275" b="0">
                <a:solidFill>
                  <a:srgbClr val="526474"/>
                </a:solidFill>
                <a:latin typeface="DejaVu Sans"/>
                <a:ea typeface="DejaVu Sans"/>
                <a:cs typeface="DejaVu Sans"/>
              </a:defRPr>
            </a:lvl2pPr>
            <a:lvl3pPr>
              <a:buNone/>
              <a:defRPr sz="1275" b="0">
                <a:solidFill>
                  <a:srgbClr val="526474"/>
                </a:solidFill>
                <a:latin typeface="DejaVu Sans"/>
                <a:ea typeface="DejaVu Sans"/>
                <a:cs typeface="DejaVu Sans"/>
              </a:defRPr>
            </a:lvl3pPr>
            <a:lvl4pPr>
              <a:buNone/>
              <a:defRPr sz="1275" b="0">
                <a:solidFill>
                  <a:srgbClr val="526474"/>
                </a:solidFill>
                <a:latin typeface="DejaVu Sans"/>
                <a:ea typeface="DejaVu Sans"/>
                <a:cs typeface="DejaVu Sans"/>
              </a:defRPr>
            </a:lvl4pPr>
            <a:lvl5pPr>
              <a:buNone/>
              <a:defRPr sz="1275" b="0">
                <a:solidFill>
                  <a:srgbClr val="526474"/>
                </a:solidFill>
                <a:latin typeface="DejaVu Sans"/>
                <a:ea typeface="DejaVu Sans"/>
                <a:cs typeface="DejaVu Sans"/>
              </a:defRPr>
            </a:lvl5pPr>
            <a:lvl6pPr>
              <a:buNone/>
              <a:defRPr sz="1275" b="0">
                <a:solidFill>
                  <a:srgbClr val="526474"/>
                </a:solidFill>
                <a:latin typeface="DejaVu Sans"/>
                <a:ea typeface="DejaVu Sans"/>
                <a:cs typeface="DejaVu Sans"/>
              </a:defRPr>
            </a:lvl6pPr>
            <a:lvl7pPr>
              <a:buNone/>
              <a:defRPr sz="1275" b="0">
                <a:solidFill>
                  <a:srgbClr val="526474"/>
                </a:solidFill>
                <a:latin typeface="DejaVu Sans"/>
                <a:ea typeface="DejaVu Sans"/>
                <a:cs typeface="DejaVu Sans"/>
              </a:defRPr>
            </a:lvl7pPr>
            <a:lvl8pPr>
              <a:buNone/>
              <a:defRPr sz="1275" b="0">
                <a:solidFill>
                  <a:srgbClr val="526474"/>
                </a:solidFill>
                <a:latin typeface="DejaVu Sans"/>
                <a:ea typeface="DejaVu Sans"/>
                <a:cs typeface="DejaVu Sans"/>
              </a:defRPr>
            </a:lvl8pPr>
            <a:lvl9pPr>
              <a:buNone/>
              <a:defRPr sz="1275" b="0">
                <a:solidFill>
                  <a:srgbClr val="526474"/>
                </a:solidFill>
                <a:latin typeface="DejaVu Sans"/>
                <a:ea typeface="DejaVu Sans"/>
                <a:cs typeface="DejaVu Sans"/>
              </a:defRPr>
            </a:lvl9pPr>
          </a:lstStyle>
          <a:p xmlns:a="http://schemas.openxmlformats.org/drawingml/2006/main">
            <a:pPr>
              <a:buNone/>
              <a:defRPr sz="1275" b="0">
                <a:solidFill>
                  <a:srgbClr val="526474"/>
                </a:solidFill>
                <a:latin typeface="DejaVu Sans"/>
                <a:ea typeface="DejaVu Sans"/>
                <a:cs typeface="DejaVu Sans"/>
              </a:defRPr>
            </a:pPr>
            <a:r>
              <a:rPr sz="1275" b="0">
                <a:solidFill>
                  <a:srgbClr val="526474"/>
                </a:solidFill>
                <a:latin typeface="DejaVu Sans"/>
                <a:ea typeface="DejaVu Sans"/>
                <a:cs typeface="DejaVu Sans"/>
              </a:rPr>
              <a:t>69.0%</a:t>
            </a:r>
          </a:p>
        </p:txBody>
      </p:sp>
      <p:sp>
        <p:nvSpPr>
          <p:cNvPr id="19" name="">
            <a:extLst xmlns:a="http://schemas.openxmlformats.org/drawingml/2006/main">
              <a:ext uri="{FF2B5EF4-FFF2-40B4-BE49-F238E27FC236}">
                <a16:creationId xmlns:a16="http://schemas.microsoft.com/office/drawing/2014/main" id="{E3E16483-98FA-4EF2-A1A0-0EB29484E58E}"/>
              </a:ext>
            </a:extLst>
          </p:cNvPr>
          <p:cNvSpPr>
            <a:spLocks xmlns:a="http://schemas.openxmlformats.org/drawingml/2006/main" noGrp="1"/>
          </p:cNvSpPr>
          <p:nvPr/>
        </p:nvSpPr>
        <p:spPr>
          <a:xfrm xmlns:a="http://schemas.openxmlformats.org/drawingml/2006/main">
            <a:off x="609600" y="3457575"/>
            <a:ext cx="3857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172C40"/>
                </a:solidFill>
                <a:latin typeface="DejaVu Sans"/>
                <a:ea typeface="DejaVu Sans"/>
                <a:cs typeface="DejaVu Sans"/>
              </a:defRPr>
            </a:defPPr>
            <a:lvl1pPr>
              <a:buNone/>
              <a:defRPr sz="1650" b="1">
                <a:solidFill>
                  <a:srgbClr val="172C40"/>
                </a:solidFill>
                <a:latin typeface="DejaVu Sans"/>
                <a:ea typeface="DejaVu Sans"/>
                <a:cs typeface="DejaVu Sans"/>
              </a:defRPr>
            </a:lvl1pPr>
            <a:lvl2pPr>
              <a:buNone/>
              <a:defRPr sz="1650" b="1">
                <a:solidFill>
                  <a:srgbClr val="172C40"/>
                </a:solidFill>
                <a:latin typeface="DejaVu Sans"/>
                <a:ea typeface="DejaVu Sans"/>
                <a:cs typeface="DejaVu Sans"/>
              </a:defRPr>
            </a:lvl2pPr>
            <a:lvl3pPr>
              <a:buNone/>
              <a:defRPr sz="1650" b="1">
                <a:solidFill>
                  <a:srgbClr val="172C40"/>
                </a:solidFill>
                <a:latin typeface="DejaVu Sans"/>
                <a:ea typeface="DejaVu Sans"/>
                <a:cs typeface="DejaVu Sans"/>
              </a:defRPr>
            </a:lvl3pPr>
            <a:lvl4pPr>
              <a:buNone/>
              <a:defRPr sz="1650" b="1">
                <a:solidFill>
                  <a:srgbClr val="172C40"/>
                </a:solidFill>
                <a:latin typeface="DejaVu Sans"/>
                <a:ea typeface="DejaVu Sans"/>
                <a:cs typeface="DejaVu Sans"/>
              </a:defRPr>
            </a:lvl4pPr>
            <a:lvl5pPr>
              <a:buNone/>
              <a:defRPr sz="1650" b="1">
                <a:solidFill>
                  <a:srgbClr val="172C40"/>
                </a:solidFill>
                <a:latin typeface="DejaVu Sans"/>
                <a:ea typeface="DejaVu Sans"/>
                <a:cs typeface="DejaVu Sans"/>
              </a:defRPr>
            </a:lvl5pPr>
            <a:lvl6pPr>
              <a:buNone/>
              <a:defRPr sz="1650" b="1">
                <a:solidFill>
                  <a:srgbClr val="172C40"/>
                </a:solidFill>
                <a:latin typeface="DejaVu Sans"/>
                <a:ea typeface="DejaVu Sans"/>
                <a:cs typeface="DejaVu Sans"/>
              </a:defRPr>
            </a:lvl6pPr>
            <a:lvl7pPr>
              <a:buNone/>
              <a:defRPr sz="1650" b="1">
                <a:solidFill>
                  <a:srgbClr val="172C40"/>
                </a:solidFill>
                <a:latin typeface="DejaVu Sans"/>
                <a:ea typeface="DejaVu Sans"/>
                <a:cs typeface="DejaVu Sans"/>
              </a:defRPr>
            </a:lvl7pPr>
            <a:lvl8pPr>
              <a:buNone/>
              <a:defRPr sz="1650" b="1">
                <a:solidFill>
                  <a:srgbClr val="172C40"/>
                </a:solidFill>
                <a:latin typeface="DejaVu Sans"/>
                <a:ea typeface="DejaVu Sans"/>
                <a:cs typeface="DejaVu Sans"/>
              </a:defRPr>
            </a:lvl8pPr>
            <a:lvl9pPr>
              <a:buNone/>
              <a:defRPr sz="1650" b="1">
                <a:solidFill>
                  <a:srgbClr val="172C40"/>
                </a:solidFill>
                <a:latin typeface="DejaVu Sans"/>
                <a:ea typeface="DejaVu Sans"/>
                <a:cs typeface="DejaVu Sans"/>
              </a:defRPr>
            </a:lvl9pPr>
          </a:lstStyle>
          <a:p xmlns:a="http://schemas.openxmlformats.org/drawingml/2006/main">
            <a:pPr>
              <a:buNone/>
              <a:defRPr sz="1650" b="1">
                <a:solidFill>
                  <a:srgbClr val="172C40"/>
                </a:solidFill>
                <a:latin typeface="DejaVu Sans"/>
                <a:ea typeface="DejaVu Sans"/>
                <a:cs typeface="DejaVu Sans"/>
              </a:defRPr>
            </a:pPr>
            <a:r>
              <a:rPr sz="1650" b="1">
                <a:solidFill>
                  <a:srgbClr val="172C40"/>
                </a:solidFill>
                <a:latin typeface="DejaVu Sans"/>
                <a:ea typeface="DejaVu Sans"/>
                <a:cs typeface="DejaVu Sans"/>
              </a:rPr>
              <a:t>Prefer browser play</a:t>
            </a:r>
          </a:p>
        </p:txBody>
      </p:sp>
      <p:sp>
        <p:nvSpPr>
          <p:cNvPr id="20" name="">
            <a:extLst xmlns:a="http://schemas.openxmlformats.org/drawingml/2006/main">
              <a:ext uri="{FF2B5EF4-FFF2-40B4-BE49-F238E27FC236}">
                <a16:creationId xmlns:a16="http://schemas.microsoft.com/office/drawing/2014/main" id="{B62EFFFF-303E-46A5-B752-C118B1867AC9}"/>
              </a:ext>
            </a:extLst>
          </p:cNvPr>
          <p:cNvSpPr>
            <a:spLocks xmlns:a="http://schemas.openxmlformats.org/drawingml/2006/main" noGrp="1"/>
          </p:cNvSpPr>
          <p:nvPr/>
        </p:nvSpPr>
        <p:spPr>
          <a:xfrm xmlns:a="http://schemas.openxmlformats.org/drawingml/2006/main">
            <a:off x="4667250" y="3505200"/>
            <a:ext cx="5429250" cy="266700"/>
          </a:xfrm>
          <a:prstGeom xmlns:a="http://schemas.openxmlformats.org/drawingml/2006/main" prst="rect">
            <a:avLst/>
          </a:prstGeom>
          <a:solidFill xmlns:a="http://schemas.openxmlformats.org/drawingml/2006/main">
            <a:srgbClr val="E7EEF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5E91C86-1287-42FD-AAA2-3DF0E267B5CC}"/>
              </a:ext>
            </a:extLst>
          </p:cNvPr>
          <p:cNvSpPr>
            <a:spLocks xmlns:a="http://schemas.openxmlformats.org/drawingml/2006/main" noGrp="1"/>
          </p:cNvSpPr>
          <p:nvPr/>
        </p:nvSpPr>
        <p:spPr>
          <a:xfrm xmlns:a="http://schemas.openxmlformats.org/drawingml/2006/main">
            <a:off x="4667250" y="3505200"/>
            <a:ext cx="2486597" cy="266700"/>
          </a:xfrm>
          <a:prstGeom xmlns:a="http://schemas.openxmlformats.org/drawingml/2006/main" prst="rect">
            <a:avLst/>
          </a:prstGeom>
          <a:solidFill xmlns:a="http://schemas.openxmlformats.org/drawingml/2006/main">
            <a:srgbClr val="5A899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6A8E0D1-7490-4F7C-9416-0478396F8006}"/>
              </a:ext>
            </a:extLst>
          </p:cNvPr>
          <p:cNvSpPr>
            <a:spLocks xmlns:a="http://schemas.openxmlformats.org/drawingml/2006/main" noGrp="1"/>
          </p:cNvSpPr>
          <p:nvPr/>
        </p:nvSpPr>
        <p:spPr>
          <a:xfrm xmlns:a="http://schemas.openxmlformats.org/drawingml/2006/main">
            <a:off x="10287000" y="3438525"/>
            <a:ext cx="12573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65/142</a:t>
            </a:r>
          </a:p>
        </p:txBody>
      </p:sp>
      <p:sp>
        <p:nvSpPr>
          <p:cNvPr id="23" name="">
            <a:extLst xmlns:a="http://schemas.openxmlformats.org/drawingml/2006/main">
              <a:ext uri="{FF2B5EF4-FFF2-40B4-BE49-F238E27FC236}">
                <a16:creationId xmlns:a16="http://schemas.microsoft.com/office/drawing/2014/main" id="{FC34E3F9-A2EC-4B61-98A2-4319B04C400C}"/>
              </a:ext>
            </a:extLst>
          </p:cNvPr>
          <p:cNvSpPr>
            <a:spLocks xmlns:a="http://schemas.openxmlformats.org/drawingml/2006/main" noGrp="1"/>
          </p:cNvSpPr>
          <p:nvPr/>
        </p:nvSpPr>
        <p:spPr>
          <a:xfrm xmlns:a="http://schemas.openxmlformats.org/drawingml/2006/main">
            <a:off x="10287000" y="37623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0">
                <a:solidFill>
                  <a:srgbClr val="526474"/>
                </a:solidFill>
                <a:latin typeface="DejaVu Sans"/>
                <a:ea typeface="DejaVu Sans"/>
                <a:cs typeface="DejaVu Sans"/>
              </a:defRPr>
            </a:defPPr>
            <a:lvl1pPr>
              <a:buNone/>
              <a:defRPr sz="1275" b="0">
                <a:solidFill>
                  <a:srgbClr val="526474"/>
                </a:solidFill>
                <a:latin typeface="DejaVu Sans"/>
                <a:ea typeface="DejaVu Sans"/>
                <a:cs typeface="DejaVu Sans"/>
              </a:defRPr>
            </a:lvl1pPr>
            <a:lvl2pPr>
              <a:buNone/>
              <a:defRPr sz="1275" b="0">
                <a:solidFill>
                  <a:srgbClr val="526474"/>
                </a:solidFill>
                <a:latin typeface="DejaVu Sans"/>
                <a:ea typeface="DejaVu Sans"/>
                <a:cs typeface="DejaVu Sans"/>
              </a:defRPr>
            </a:lvl2pPr>
            <a:lvl3pPr>
              <a:buNone/>
              <a:defRPr sz="1275" b="0">
                <a:solidFill>
                  <a:srgbClr val="526474"/>
                </a:solidFill>
                <a:latin typeface="DejaVu Sans"/>
                <a:ea typeface="DejaVu Sans"/>
                <a:cs typeface="DejaVu Sans"/>
              </a:defRPr>
            </a:lvl3pPr>
            <a:lvl4pPr>
              <a:buNone/>
              <a:defRPr sz="1275" b="0">
                <a:solidFill>
                  <a:srgbClr val="526474"/>
                </a:solidFill>
                <a:latin typeface="DejaVu Sans"/>
                <a:ea typeface="DejaVu Sans"/>
                <a:cs typeface="DejaVu Sans"/>
              </a:defRPr>
            </a:lvl4pPr>
            <a:lvl5pPr>
              <a:buNone/>
              <a:defRPr sz="1275" b="0">
                <a:solidFill>
                  <a:srgbClr val="526474"/>
                </a:solidFill>
                <a:latin typeface="DejaVu Sans"/>
                <a:ea typeface="DejaVu Sans"/>
                <a:cs typeface="DejaVu Sans"/>
              </a:defRPr>
            </a:lvl5pPr>
            <a:lvl6pPr>
              <a:buNone/>
              <a:defRPr sz="1275" b="0">
                <a:solidFill>
                  <a:srgbClr val="526474"/>
                </a:solidFill>
                <a:latin typeface="DejaVu Sans"/>
                <a:ea typeface="DejaVu Sans"/>
                <a:cs typeface="DejaVu Sans"/>
              </a:defRPr>
            </a:lvl6pPr>
            <a:lvl7pPr>
              <a:buNone/>
              <a:defRPr sz="1275" b="0">
                <a:solidFill>
                  <a:srgbClr val="526474"/>
                </a:solidFill>
                <a:latin typeface="DejaVu Sans"/>
                <a:ea typeface="DejaVu Sans"/>
                <a:cs typeface="DejaVu Sans"/>
              </a:defRPr>
            </a:lvl7pPr>
            <a:lvl8pPr>
              <a:buNone/>
              <a:defRPr sz="1275" b="0">
                <a:solidFill>
                  <a:srgbClr val="526474"/>
                </a:solidFill>
                <a:latin typeface="DejaVu Sans"/>
                <a:ea typeface="DejaVu Sans"/>
                <a:cs typeface="DejaVu Sans"/>
              </a:defRPr>
            </a:lvl8pPr>
            <a:lvl9pPr>
              <a:buNone/>
              <a:defRPr sz="1275" b="0">
                <a:solidFill>
                  <a:srgbClr val="526474"/>
                </a:solidFill>
                <a:latin typeface="DejaVu Sans"/>
                <a:ea typeface="DejaVu Sans"/>
                <a:cs typeface="DejaVu Sans"/>
              </a:defRPr>
            </a:lvl9pPr>
          </a:lstStyle>
          <a:p xmlns:a="http://schemas.openxmlformats.org/drawingml/2006/main">
            <a:pPr>
              <a:buNone/>
              <a:defRPr sz="1275" b="0">
                <a:solidFill>
                  <a:srgbClr val="526474"/>
                </a:solidFill>
                <a:latin typeface="DejaVu Sans"/>
                <a:ea typeface="DejaVu Sans"/>
                <a:cs typeface="DejaVu Sans"/>
              </a:defRPr>
            </a:pPr>
            <a:r>
              <a:rPr sz="1275" b="0">
                <a:solidFill>
                  <a:srgbClr val="526474"/>
                </a:solidFill>
                <a:latin typeface="DejaVu Sans"/>
                <a:ea typeface="DejaVu Sans"/>
                <a:cs typeface="DejaVu Sans"/>
              </a:rPr>
              <a:t>45.8%</a:t>
            </a:r>
          </a:p>
        </p:txBody>
      </p:sp>
      <p:sp>
        <p:nvSpPr>
          <p:cNvPr id="24" name="">
            <a:extLst xmlns:a="http://schemas.openxmlformats.org/drawingml/2006/main">
              <a:ext uri="{FF2B5EF4-FFF2-40B4-BE49-F238E27FC236}">
                <a16:creationId xmlns:a16="http://schemas.microsoft.com/office/drawing/2014/main" id="{F5711329-0FAF-4929-B496-AAFF7EE697DA}"/>
              </a:ext>
            </a:extLst>
          </p:cNvPr>
          <p:cNvSpPr>
            <a:spLocks xmlns:a="http://schemas.openxmlformats.org/drawingml/2006/main" noGrp="1"/>
          </p:cNvSpPr>
          <p:nvPr/>
        </p:nvSpPr>
        <p:spPr>
          <a:xfrm xmlns:a="http://schemas.openxmlformats.org/drawingml/2006/main">
            <a:off x="609600" y="4371975"/>
            <a:ext cx="3857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172C40"/>
                </a:solidFill>
                <a:latin typeface="DejaVu Sans"/>
                <a:ea typeface="DejaVu Sans"/>
                <a:cs typeface="DejaVu Sans"/>
              </a:defRPr>
            </a:defPPr>
            <a:lvl1pPr>
              <a:buNone/>
              <a:defRPr sz="1650" b="1">
                <a:solidFill>
                  <a:srgbClr val="172C40"/>
                </a:solidFill>
                <a:latin typeface="DejaVu Sans"/>
                <a:ea typeface="DejaVu Sans"/>
                <a:cs typeface="DejaVu Sans"/>
              </a:defRPr>
            </a:lvl1pPr>
            <a:lvl2pPr>
              <a:buNone/>
              <a:defRPr sz="1650" b="1">
                <a:solidFill>
                  <a:srgbClr val="172C40"/>
                </a:solidFill>
                <a:latin typeface="DejaVu Sans"/>
                <a:ea typeface="DejaVu Sans"/>
                <a:cs typeface="DejaVu Sans"/>
              </a:defRPr>
            </a:lvl2pPr>
            <a:lvl3pPr>
              <a:buNone/>
              <a:defRPr sz="1650" b="1">
                <a:solidFill>
                  <a:srgbClr val="172C40"/>
                </a:solidFill>
                <a:latin typeface="DejaVu Sans"/>
                <a:ea typeface="DejaVu Sans"/>
                <a:cs typeface="DejaVu Sans"/>
              </a:defRPr>
            </a:lvl3pPr>
            <a:lvl4pPr>
              <a:buNone/>
              <a:defRPr sz="1650" b="1">
                <a:solidFill>
                  <a:srgbClr val="172C40"/>
                </a:solidFill>
                <a:latin typeface="DejaVu Sans"/>
                <a:ea typeface="DejaVu Sans"/>
                <a:cs typeface="DejaVu Sans"/>
              </a:defRPr>
            </a:lvl4pPr>
            <a:lvl5pPr>
              <a:buNone/>
              <a:defRPr sz="1650" b="1">
                <a:solidFill>
                  <a:srgbClr val="172C40"/>
                </a:solidFill>
                <a:latin typeface="DejaVu Sans"/>
                <a:ea typeface="DejaVu Sans"/>
                <a:cs typeface="DejaVu Sans"/>
              </a:defRPr>
            </a:lvl5pPr>
            <a:lvl6pPr>
              <a:buNone/>
              <a:defRPr sz="1650" b="1">
                <a:solidFill>
                  <a:srgbClr val="172C40"/>
                </a:solidFill>
                <a:latin typeface="DejaVu Sans"/>
                <a:ea typeface="DejaVu Sans"/>
                <a:cs typeface="DejaVu Sans"/>
              </a:defRPr>
            </a:lvl6pPr>
            <a:lvl7pPr>
              <a:buNone/>
              <a:defRPr sz="1650" b="1">
                <a:solidFill>
                  <a:srgbClr val="172C40"/>
                </a:solidFill>
                <a:latin typeface="DejaVu Sans"/>
                <a:ea typeface="DejaVu Sans"/>
                <a:cs typeface="DejaVu Sans"/>
              </a:defRPr>
            </a:lvl7pPr>
            <a:lvl8pPr>
              <a:buNone/>
              <a:defRPr sz="1650" b="1">
                <a:solidFill>
                  <a:srgbClr val="172C40"/>
                </a:solidFill>
                <a:latin typeface="DejaVu Sans"/>
                <a:ea typeface="DejaVu Sans"/>
                <a:cs typeface="DejaVu Sans"/>
              </a:defRPr>
            </a:lvl8pPr>
            <a:lvl9pPr>
              <a:buNone/>
              <a:defRPr sz="1650" b="1">
                <a:solidFill>
                  <a:srgbClr val="172C40"/>
                </a:solidFill>
                <a:latin typeface="DejaVu Sans"/>
                <a:ea typeface="DejaVu Sans"/>
                <a:cs typeface="DejaVu Sans"/>
              </a:defRPr>
            </a:lvl9pPr>
          </a:lstStyle>
          <a:p xmlns:a="http://schemas.openxmlformats.org/drawingml/2006/main">
            <a:pPr>
              <a:buNone/>
              <a:defRPr sz="1650" b="1">
                <a:solidFill>
                  <a:srgbClr val="172C40"/>
                </a:solidFill>
                <a:latin typeface="DejaVu Sans"/>
                <a:ea typeface="DejaVu Sans"/>
                <a:cs typeface="DejaVu Sans"/>
              </a:defRPr>
            </a:pPr>
            <a:r>
              <a:rPr sz="1650" b="1">
                <a:solidFill>
                  <a:srgbClr val="172C40"/>
                </a:solidFill>
                <a:latin typeface="DejaVu Sans"/>
                <a:ea typeface="DejaVu Sans"/>
                <a:cs typeface="DejaVu Sans"/>
              </a:rPr>
              <a:t>Would consider a prototype</a:t>
            </a:r>
          </a:p>
        </p:txBody>
      </p:sp>
      <p:sp>
        <p:nvSpPr>
          <p:cNvPr id="25" name="">
            <a:extLst xmlns:a="http://schemas.openxmlformats.org/drawingml/2006/main">
              <a:ext uri="{FF2B5EF4-FFF2-40B4-BE49-F238E27FC236}">
                <a16:creationId xmlns:a16="http://schemas.microsoft.com/office/drawing/2014/main" id="{A7849FBC-CA01-4B12-A5F1-6F0C8E308145}"/>
              </a:ext>
            </a:extLst>
          </p:cNvPr>
          <p:cNvSpPr>
            <a:spLocks xmlns:a="http://schemas.openxmlformats.org/drawingml/2006/main" noGrp="1"/>
          </p:cNvSpPr>
          <p:nvPr/>
        </p:nvSpPr>
        <p:spPr>
          <a:xfrm xmlns:a="http://schemas.openxmlformats.org/drawingml/2006/main">
            <a:off x="4667250" y="4419600"/>
            <a:ext cx="5429250" cy="266700"/>
          </a:xfrm>
          <a:prstGeom xmlns:a="http://schemas.openxmlformats.org/drawingml/2006/main" prst="rect">
            <a:avLst/>
          </a:prstGeom>
          <a:solidFill xmlns:a="http://schemas.openxmlformats.org/drawingml/2006/main">
            <a:srgbClr val="E7EEF2"/>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46E9EF8-F51A-46A2-A734-058C0994BEA4}"/>
              </a:ext>
            </a:extLst>
          </p:cNvPr>
          <p:cNvSpPr>
            <a:spLocks xmlns:a="http://schemas.openxmlformats.org/drawingml/2006/main" noGrp="1"/>
          </p:cNvSpPr>
          <p:nvPr/>
        </p:nvSpPr>
        <p:spPr>
          <a:xfrm xmlns:a="http://schemas.openxmlformats.org/drawingml/2006/main">
            <a:off x="4667250" y="4419600"/>
            <a:ext cx="2177129" cy="266700"/>
          </a:xfrm>
          <a:prstGeom xmlns:a="http://schemas.openxmlformats.org/drawingml/2006/main" prst="rect">
            <a:avLst/>
          </a:prstGeom>
          <a:solidFill xmlns:a="http://schemas.openxmlformats.org/drawingml/2006/main">
            <a:srgbClr val="5A899B"/>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C80947A-3CF2-45EA-BA36-6B2FE925D5DE}"/>
              </a:ext>
            </a:extLst>
          </p:cNvPr>
          <p:cNvSpPr>
            <a:spLocks xmlns:a="http://schemas.openxmlformats.org/drawingml/2006/main" noGrp="1"/>
          </p:cNvSpPr>
          <p:nvPr/>
        </p:nvSpPr>
        <p:spPr>
          <a:xfrm xmlns:a="http://schemas.openxmlformats.org/drawingml/2006/main">
            <a:off x="10287000" y="4352925"/>
            <a:ext cx="12573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57/142</a:t>
            </a:r>
          </a:p>
        </p:txBody>
      </p:sp>
      <p:sp>
        <p:nvSpPr>
          <p:cNvPr id="28" name="">
            <a:extLst xmlns:a="http://schemas.openxmlformats.org/drawingml/2006/main">
              <a:ext uri="{FF2B5EF4-FFF2-40B4-BE49-F238E27FC236}">
                <a16:creationId xmlns:a16="http://schemas.microsoft.com/office/drawing/2014/main" id="{013E4D9C-12CE-4625-8D8F-3EBE7628C8BD}"/>
              </a:ext>
            </a:extLst>
          </p:cNvPr>
          <p:cNvSpPr>
            <a:spLocks xmlns:a="http://schemas.openxmlformats.org/drawingml/2006/main" noGrp="1"/>
          </p:cNvSpPr>
          <p:nvPr/>
        </p:nvSpPr>
        <p:spPr>
          <a:xfrm xmlns:a="http://schemas.openxmlformats.org/drawingml/2006/main">
            <a:off x="10287000" y="46767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0">
                <a:solidFill>
                  <a:srgbClr val="526474"/>
                </a:solidFill>
                <a:latin typeface="DejaVu Sans"/>
                <a:ea typeface="DejaVu Sans"/>
                <a:cs typeface="DejaVu Sans"/>
              </a:defRPr>
            </a:defPPr>
            <a:lvl1pPr>
              <a:buNone/>
              <a:defRPr sz="1275" b="0">
                <a:solidFill>
                  <a:srgbClr val="526474"/>
                </a:solidFill>
                <a:latin typeface="DejaVu Sans"/>
                <a:ea typeface="DejaVu Sans"/>
                <a:cs typeface="DejaVu Sans"/>
              </a:defRPr>
            </a:lvl1pPr>
            <a:lvl2pPr>
              <a:buNone/>
              <a:defRPr sz="1275" b="0">
                <a:solidFill>
                  <a:srgbClr val="526474"/>
                </a:solidFill>
                <a:latin typeface="DejaVu Sans"/>
                <a:ea typeface="DejaVu Sans"/>
                <a:cs typeface="DejaVu Sans"/>
              </a:defRPr>
            </a:lvl2pPr>
            <a:lvl3pPr>
              <a:buNone/>
              <a:defRPr sz="1275" b="0">
                <a:solidFill>
                  <a:srgbClr val="526474"/>
                </a:solidFill>
                <a:latin typeface="DejaVu Sans"/>
                <a:ea typeface="DejaVu Sans"/>
                <a:cs typeface="DejaVu Sans"/>
              </a:defRPr>
            </a:lvl3pPr>
            <a:lvl4pPr>
              <a:buNone/>
              <a:defRPr sz="1275" b="0">
                <a:solidFill>
                  <a:srgbClr val="526474"/>
                </a:solidFill>
                <a:latin typeface="DejaVu Sans"/>
                <a:ea typeface="DejaVu Sans"/>
                <a:cs typeface="DejaVu Sans"/>
              </a:defRPr>
            </a:lvl4pPr>
            <a:lvl5pPr>
              <a:buNone/>
              <a:defRPr sz="1275" b="0">
                <a:solidFill>
                  <a:srgbClr val="526474"/>
                </a:solidFill>
                <a:latin typeface="DejaVu Sans"/>
                <a:ea typeface="DejaVu Sans"/>
                <a:cs typeface="DejaVu Sans"/>
              </a:defRPr>
            </a:lvl5pPr>
            <a:lvl6pPr>
              <a:buNone/>
              <a:defRPr sz="1275" b="0">
                <a:solidFill>
                  <a:srgbClr val="526474"/>
                </a:solidFill>
                <a:latin typeface="DejaVu Sans"/>
                <a:ea typeface="DejaVu Sans"/>
                <a:cs typeface="DejaVu Sans"/>
              </a:defRPr>
            </a:lvl6pPr>
            <a:lvl7pPr>
              <a:buNone/>
              <a:defRPr sz="1275" b="0">
                <a:solidFill>
                  <a:srgbClr val="526474"/>
                </a:solidFill>
                <a:latin typeface="DejaVu Sans"/>
                <a:ea typeface="DejaVu Sans"/>
                <a:cs typeface="DejaVu Sans"/>
              </a:defRPr>
            </a:lvl7pPr>
            <a:lvl8pPr>
              <a:buNone/>
              <a:defRPr sz="1275" b="0">
                <a:solidFill>
                  <a:srgbClr val="526474"/>
                </a:solidFill>
                <a:latin typeface="DejaVu Sans"/>
                <a:ea typeface="DejaVu Sans"/>
                <a:cs typeface="DejaVu Sans"/>
              </a:defRPr>
            </a:lvl8pPr>
            <a:lvl9pPr>
              <a:buNone/>
              <a:defRPr sz="1275" b="0">
                <a:solidFill>
                  <a:srgbClr val="526474"/>
                </a:solidFill>
                <a:latin typeface="DejaVu Sans"/>
                <a:ea typeface="DejaVu Sans"/>
                <a:cs typeface="DejaVu Sans"/>
              </a:defRPr>
            </a:lvl9pPr>
          </a:lstStyle>
          <a:p xmlns:a="http://schemas.openxmlformats.org/drawingml/2006/main">
            <a:pPr>
              <a:buNone/>
              <a:defRPr sz="1275" b="0">
                <a:solidFill>
                  <a:srgbClr val="526474"/>
                </a:solidFill>
                <a:latin typeface="DejaVu Sans"/>
                <a:ea typeface="DejaVu Sans"/>
                <a:cs typeface="DejaVu Sans"/>
              </a:defRPr>
            </a:pPr>
            <a:r>
              <a:rPr sz="1275" b="0">
                <a:solidFill>
                  <a:srgbClr val="526474"/>
                </a:solidFill>
                <a:latin typeface="DejaVu Sans"/>
                <a:ea typeface="DejaVu Sans"/>
                <a:cs typeface="DejaVu Sans"/>
              </a:rPr>
              <a:t>40.1%</a:t>
            </a:r>
          </a:p>
        </p:txBody>
      </p:sp>
      <p:sp>
        <p:nvSpPr>
          <p:cNvPr id="29" name="">
            <a:extLst xmlns:a="http://schemas.openxmlformats.org/drawingml/2006/main">
              <a:ext uri="{FF2B5EF4-FFF2-40B4-BE49-F238E27FC236}">
                <a16:creationId xmlns:a16="http://schemas.microsoft.com/office/drawing/2014/main" id="{FB10C236-09AF-4A56-A663-A20DA07DBDB8}"/>
              </a:ext>
            </a:extLst>
          </p:cNvPr>
          <p:cNvSpPr>
            <a:spLocks xmlns:a="http://schemas.openxmlformats.org/drawingml/2006/main" noGrp="1"/>
          </p:cNvSpPr>
          <p:nvPr/>
        </p:nvSpPr>
        <p:spPr>
          <a:xfrm xmlns:a="http://schemas.openxmlformats.org/drawingml/2006/main">
            <a:off x="609600" y="5476875"/>
            <a:ext cx="109347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526474"/>
                </a:solidFill>
                <a:latin typeface="DejaVu Sans"/>
                <a:ea typeface="DejaVu Sans"/>
                <a:cs typeface="DejaVu Sans"/>
              </a:defRPr>
            </a:defPPr>
            <a:lvl1pPr>
              <a:buNone/>
              <a:defRPr sz="1425" b="0">
                <a:solidFill>
                  <a:srgbClr val="526474"/>
                </a:solidFill>
                <a:latin typeface="DejaVu Sans"/>
                <a:ea typeface="DejaVu Sans"/>
                <a:cs typeface="DejaVu Sans"/>
              </a:defRPr>
            </a:lvl1pPr>
            <a:lvl2pPr>
              <a:buNone/>
              <a:defRPr sz="1425" b="0">
                <a:solidFill>
                  <a:srgbClr val="526474"/>
                </a:solidFill>
                <a:latin typeface="DejaVu Sans"/>
                <a:ea typeface="DejaVu Sans"/>
                <a:cs typeface="DejaVu Sans"/>
              </a:defRPr>
            </a:lvl2pPr>
            <a:lvl3pPr>
              <a:buNone/>
              <a:defRPr sz="1425" b="0">
                <a:solidFill>
                  <a:srgbClr val="526474"/>
                </a:solidFill>
                <a:latin typeface="DejaVu Sans"/>
                <a:ea typeface="DejaVu Sans"/>
                <a:cs typeface="DejaVu Sans"/>
              </a:defRPr>
            </a:lvl3pPr>
            <a:lvl4pPr>
              <a:buNone/>
              <a:defRPr sz="1425" b="0">
                <a:solidFill>
                  <a:srgbClr val="526474"/>
                </a:solidFill>
                <a:latin typeface="DejaVu Sans"/>
                <a:ea typeface="DejaVu Sans"/>
                <a:cs typeface="DejaVu Sans"/>
              </a:defRPr>
            </a:lvl4pPr>
            <a:lvl5pPr>
              <a:buNone/>
              <a:defRPr sz="1425" b="0">
                <a:solidFill>
                  <a:srgbClr val="526474"/>
                </a:solidFill>
                <a:latin typeface="DejaVu Sans"/>
                <a:ea typeface="DejaVu Sans"/>
                <a:cs typeface="DejaVu Sans"/>
              </a:defRPr>
            </a:lvl5pPr>
            <a:lvl6pPr>
              <a:buNone/>
              <a:defRPr sz="1425" b="0">
                <a:solidFill>
                  <a:srgbClr val="526474"/>
                </a:solidFill>
                <a:latin typeface="DejaVu Sans"/>
                <a:ea typeface="DejaVu Sans"/>
                <a:cs typeface="DejaVu Sans"/>
              </a:defRPr>
            </a:lvl6pPr>
            <a:lvl7pPr>
              <a:buNone/>
              <a:defRPr sz="1425" b="0">
                <a:solidFill>
                  <a:srgbClr val="526474"/>
                </a:solidFill>
                <a:latin typeface="DejaVu Sans"/>
                <a:ea typeface="DejaVu Sans"/>
                <a:cs typeface="DejaVu Sans"/>
              </a:defRPr>
            </a:lvl7pPr>
            <a:lvl8pPr>
              <a:buNone/>
              <a:defRPr sz="1425" b="0">
                <a:solidFill>
                  <a:srgbClr val="526474"/>
                </a:solidFill>
                <a:latin typeface="DejaVu Sans"/>
                <a:ea typeface="DejaVu Sans"/>
                <a:cs typeface="DejaVu Sans"/>
              </a:defRPr>
            </a:lvl8pPr>
            <a:lvl9pPr>
              <a:buNone/>
              <a:defRPr sz="1425" b="0">
                <a:solidFill>
                  <a:srgbClr val="526474"/>
                </a:solidFill>
                <a:latin typeface="DejaVu Sans"/>
                <a:ea typeface="DejaVu Sans"/>
                <a:cs typeface="DejaVu Sans"/>
              </a:defRPr>
            </a:lvl9pPr>
          </a:lstStyle>
          <a:p xmlns:a="http://schemas.openxmlformats.org/drawingml/2006/main">
            <a:pPr>
              <a:buNone/>
              <a:defRPr sz="1425" b="0">
                <a:solidFill>
                  <a:srgbClr val="526474"/>
                </a:solidFill>
                <a:latin typeface="DejaVu Sans"/>
                <a:ea typeface="DejaVu Sans"/>
                <a:cs typeface="DejaVu Sans"/>
              </a:defRPr>
            </a:pPr>
            <a:r>
              <a:rPr sz="1425" b="0">
                <a:solidFill>
                  <a:srgbClr val="526474"/>
                </a:solidFill>
                <a:latin typeface="DejaVu Sans"/>
                <a:ea typeface="DejaVu Sans"/>
                <a:cs typeface="DejaVu Sans"/>
              </a:rPr>
              <a:t>Convenience sample reported by the team; these responses describe preferences, not demand or feasibility.</a:t>
            </a:r>
          </a:p>
        </p:txBody>
      </p:sp>
    </p:spTree>
    <p:extLst>
      <p:ext uri="{BB962C8B-B14F-4D97-AF65-F5344CB8AC3E}">
        <p14:creationId xmlns:p14="http://schemas.microsoft.com/office/powerpoint/2010/main" val="1738751439"/>
      </p:ext>
    </p:extLst>
  </p:cSld>
</p:sld>
</file>

<file path=ppt/slides/slide3.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8C87549-70FD-4500-96CF-4A7F829E3E8C}"/>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6F336F-5FED-4D02-86C0-3C5EBEC9D9A1}"/>
              </a:ext>
            </a:extLst>
          </p:cNvPr>
          <p:cNvSpPr>
            <a:spLocks xmlns:a="http://schemas.openxmlformats.org/drawingml/2006/main" noGrp="1"/>
          </p:cNvSpPr>
          <p:nvPr/>
        </p:nvSpPr>
        <p:spPr>
          <a:xfrm xmlns:a="http://schemas.openxmlformats.org/drawingml/2006/main">
            <a:off x="609600" y="800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C40"/>
                </a:solidFill>
                <a:latin typeface="DejaVu Sans"/>
                <a:ea typeface="DejaVu Sans"/>
                <a:cs typeface="DejaVu Sans"/>
              </a:defRPr>
            </a:defPPr>
            <a:lvl1pPr>
              <a:buNone/>
              <a:defRPr sz="2850" b="1">
                <a:solidFill>
                  <a:srgbClr val="172C40"/>
                </a:solidFill>
                <a:latin typeface="DejaVu Sans"/>
                <a:ea typeface="DejaVu Sans"/>
                <a:cs typeface="DejaVu Sans"/>
              </a:defRPr>
            </a:lvl1pPr>
            <a:lvl2pPr>
              <a:buNone/>
              <a:defRPr sz="2850" b="1">
                <a:solidFill>
                  <a:srgbClr val="172C40"/>
                </a:solidFill>
                <a:latin typeface="DejaVu Sans"/>
                <a:ea typeface="DejaVu Sans"/>
                <a:cs typeface="DejaVu Sans"/>
              </a:defRPr>
            </a:lvl2pPr>
            <a:lvl3pPr>
              <a:buNone/>
              <a:defRPr sz="2850" b="1">
                <a:solidFill>
                  <a:srgbClr val="172C40"/>
                </a:solidFill>
                <a:latin typeface="DejaVu Sans"/>
                <a:ea typeface="DejaVu Sans"/>
                <a:cs typeface="DejaVu Sans"/>
              </a:defRPr>
            </a:lvl3pPr>
            <a:lvl4pPr>
              <a:buNone/>
              <a:defRPr sz="2850" b="1">
                <a:solidFill>
                  <a:srgbClr val="172C40"/>
                </a:solidFill>
                <a:latin typeface="DejaVu Sans"/>
                <a:ea typeface="DejaVu Sans"/>
                <a:cs typeface="DejaVu Sans"/>
              </a:defRPr>
            </a:lvl4pPr>
            <a:lvl5pPr>
              <a:buNone/>
              <a:defRPr sz="2850" b="1">
                <a:solidFill>
                  <a:srgbClr val="172C40"/>
                </a:solidFill>
                <a:latin typeface="DejaVu Sans"/>
                <a:ea typeface="DejaVu Sans"/>
                <a:cs typeface="DejaVu Sans"/>
              </a:defRPr>
            </a:lvl5pPr>
            <a:lvl6pPr>
              <a:buNone/>
              <a:defRPr sz="2850" b="1">
                <a:solidFill>
                  <a:srgbClr val="172C40"/>
                </a:solidFill>
                <a:latin typeface="DejaVu Sans"/>
                <a:ea typeface="DejaVu Sans"/>
                <a:cs typeface="DejaVu Sans"/>
              </a:defRPr>
            </a:lvl6pPr>
            <a:lvl7pPr>
              <a:buNone/>
              <a:defRPr sz="2850" b="1">
                <a:solidFill>
                  <a:srgbClr val="172C40"/>
                </a:solidFill>
                <a:latin typeface="DejaVu Sans"/>
                <a:ea typeface="DejaVu Sans"/>
                <a:cs typeface="DejaVu Sans"/>
              </a:defRPr>
            </a:lvl7pPr>
            <a:lvl8pPr>
              <a:buNone/>
              <a:defRPr sz="2850" b="1">
                <a:solidFill>
                  <a:srgbClr val="172C40"/>
                </a:solidFill>
                <a:latin typeface="DejaVu Sans"/>
                <a:ea typeface="DejaVu Sans"/>
                <a:cs typeface="DejaVu Sans"/>
              </a:defRPr>
            </a:lvl8pPr>
            <a:lvl9pPr>
              <a:buNone/>
              <a:defRPr sz="2850" b="1">
                <a:solidFill>
                  <a:srgbClr val="172C40"/>
                </a:solidFill>
                <a:latin typeface="DejaVu Sans"/>
                <a:ea typeface="DejaVu Sans"/>
                <a:cs typeface="DejaVu Sans"/>
              </a:defRPr>
            </a:lvl9pPr>
          </a:lstStyle>
          <a:p xmlns:a="http://schemas.openxmlformats.org/drawingml/2006/main">
            <a:pPr>
              <a:buNone/>
              <a:defRPr sz="2850" b="1">
                <a:solidFill>
                  <a:srgbClr val="172C40"/>
                </a:solidFill>
                <a:latin typeface="DejaVu Sans"/>
                <a:ea typeface="DejaVu Sans"/>
                <a:cs typeface="DejaVu Sans"/>
              </a:defRPr>
            </a:pPr>
            <a:r>
              <a:rPr sz="2850" b="1">
                <a:solidFill>
                  <a:srgbClr val="172C40"/>
                </a:solidFill>
                <a:latin typeface="DejaVu Sans"/>
                <a:ea typeface="DejaVu Sans"/>
                <a:cs typeface="DejaVu Sans"/>
              </a:rPr>
              <a:t>Preliminary literature review</a:t>
            </a:r>
          </a:p>
        </p:txBody>
      </p:sp>
      <p:sp>
        <p:nvSpPr>
          <p:cNvPr id="3" name="">
            <a:extLst xmlns:a="http://schemas.openxmlformats.org/drawingml/2006/main">
              <a:ext uri="{FF2B5EF4-FFF2-40B4-BE49-F238E27FC236}">
                <a16:creationId xmlns:a16="http://schemas.microsoft.com/office/drawing/2014/main" id="{4742904A-3BF5-4EFF-93FF-ED0EC22E2F4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46ABC9-50FC-48B7-B9BF-63FB98BCFA44}"/>
              </a:ext>
            </a:extLst>
          </p:cNvPr>
          <p:cNvSpPr>
            <a:spLocks xmlns:a="http://schemas.openxmlformats.org/drawingml/2006/main" noGrp="1"/>
          </p:cNvSpPr>
          <p:nvPr/>
        </p:nvSpPr>
        <p:spPr>
          <a:xfrm xmlns:a="http://schemas.openxmlformats.org/drawingml/2006/main">
            <a:off x="609600" y="6238875"/>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3 Literature / 12 research publications summarized in the report</a:t>
            </a:r>
          </a:p>
        </p:txBody>
      </p:sp>
      <p:sp>
        <p:nvSpPr>
          <p:cNvPr id="5" name="">
            <a:extLst xmlns:a="http://schemas.openxmlformats.org/drawingml/2006/main">
              <a:ext uri="{FF2B5EF4-FFF2-40B4-BE49-F238E27FC236}">
                <a16:creationId xmlns:a16="http://schemas.microsoft.com/office/drawing/2014/main" id="{93242CD0-D230-4B4F-951A-2B7C0DD0ABF6}"/>
              </a:ext>
            </a:extLst>
          </p:cNvPr>
          <p:cNvSpPr>
            <a:spLocks xmlns:a="http://schemas.openxmlformats.org/drawingml/2006/main" noGrp="1"/>
          </p:cNvSpPr>
          <p:nvPr/>
        </p:nvSpPr>
        <p:spPr>
          <a:xfrm xmlns:a="http://schemas.openxmlformats.org/drawingml/2006/main">
            <a:off x="11125200" y="6219825"/>
            <a:ext cx="45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03</a:t>
            </a:r>
          </a:p>
        </p:txBody>
      </p:sp>
      <p:sp>
        <p:nvSpPr>
          <p:cNvPr id="6" name="">
            <a:extLst xmlns:a="http://schemas.openxmlformats.org/drawingml/2006/main">
              <a:ext uri="{FF2B5EF4-FFF2-40B4-BE49-F238E27FC236}">
                <a16:creationId xmlns:a16="http://schemas.microsoft.com/office/drawing/2014/main" id="{62257E11-2E32-4742-9CAC-B95172CBBC5E}"/>
              </a:ext>
            </a:extLst>
          </p:cNvPr>
          <p:cNvSpPr>
            <a:spLocks xmlns:a="http://schemas.openxmlformats.org/drawingml/2006/main" noGrp="1"/>
          </p:cNvSpPr>
          <p:nvPr/>
        </p:nvSpPr>
        <p:spPr>
          <a:xfrm xmlns:a="http://schemas.openxmlformats.org/drawingml/2006/main">
            <a:off x="609600" y="1809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Twelve research publications</a:t>
            </a:r>
          </a:p>
        </p:txBody>
      </p:sp>
      <p:sp>
        <p:nvSpPr>
          <p:cNvPr id="7" name="">
            <a:extLst xmlns:a="http://schemas.openxmlformats.org/drawingml/2006/main">
              <a:ext uri="{FF2B5EF4-FFF2-40B4-BE49-F238E27FC236}">
                <a16:creationId xmlns:a16="http://schemas.microsoft.com/office/drawing/2014/main" id="{79A0BA2A-8EED-433D-A2D3-2B951505D38B}"/>
              </a:ext>
            </a:extLst>
          </p:cNvPr>
          <p:cNvSpPr>
            <a:spLocks xmlns:a="http://schemas.openxmlformats.org/drawingml/2006/main" noGrp="1"/>
          </p:cNvSpPr>
          <p:nvPr/>
        </p:nvSpPr>
        <p:spPr>
          <a:xfrm xmlns:a="http://schemas.openxmlformats.org/drawingml/2006/main">
            <a:off x="609600" y="22479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The report reviews generation, formal game rules, validation and authoring UX. Each source has a contribution and a limitation.</a:t>
            </a:r>
          </a:p>
        </p:txBody>
      </p:sp>
      <p:sp>
        <p:nvSpPr>
          <p:cNvPr id="8" name="">
            <a:extLst xmlns:a="http://schemas.openxmlformats.org/drawingml/2006/main">
              <a:ext uri="{FF2B5EF4-FFF2-40B4-BE49-F238E27FC236}">
                <a16:creationId xmlns:a16="http://schemas.microsoft.com/office/drawing/2014/main" id="{5F677B06-249E-49EC-8BB8-7F40D9C5B08B}"/>
              </a:ext>
            </a:extLst>
          </p:cNvPr>
          <p:cNvSpPr>
            <a:spLocks xmlns:a="http://schemas.openxmlformats.org/drawingml/2006/main" noGrp="1"/>
          </p:cNvSpPr>
          <p:nvPr/>
        </p:nvSpPr>
        <p:spPr>
          <a:xfrm xmlns:a="http://schemas.openxmlformats.org/drawingml/2006/main">
            <a:off x="609600" y="32099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Separate quality criteria</a:t>
            </a:r>
          </a:p>
        </p:txBody>
      </p:sp>
      <p:sp>
        <p:nvSpPr>
          <p:cNvPr id="9" name="">
            <a:extLst xmlns:a="http://schemas.openxmlformats.org/drawingml/2006/main">
              <a:ext uri="{FF2B5EF4-FFF2-40B4-BE49-F238E27FC236}">
                <a16:creationId xmlns:a16="http://schemas.microsoft.com/office/drawing/2014/main" id="{60F68302-99A7-4FB1-8543-F4A5F8944D12}"/>
              </a:ext>
            </a:extLst>
          </p:cNvPr>
          <p:cNvSpPr>
            <a:spLocks xmlns:a="http://schemas.openxmlformats.org/drawingml/2006/main" noGrp="1"/>
          </p:cNvSpPr>
          <p:nvPr/>
        </p:nvSpPr>
        <p:spPr>
          <a:xfrm xmlns:a="http://schemas.openxmlformats.org/drawingml/2006/main">
            <a:off x="609600" y="36480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ByteSized32 distinguishes execution, story fidelity and winnability. Its text-game results require further study in 2D browser games.</a:t>
            </a:r>
          </a:p>
        </p:txBody>
      </p:sp>
      <p:sp>
        <p:nvSpPr>
          <p:cNvPr id="10" name="">
            <a:extLst xmlns:a="http://schemas.openxmlformats.org/drawingml/2006/main">
              <a:ext uri="{FF2B5EF4-FFF2-40B4-BE49-F238E27FC236}">
                <a16:creationId xmlns:a16="http://schemas.microsoft.com/office/drawing/2014/main" id="{B8252840-A2AF-41F9-A4DE-35DEB40F97FC}"/>
              </a:ext>
            </a:extLst>
          </p:cNvPr>
          <p:cNvSpPr>
            <a:spLocks xmlns:a="http://schemas.openxmlformats.org/drawingml/2006/main" noGrp="1"/>
          </p:cNvSpPr>
          <p:nvPr/>
        </p:nvSpPr>
        <p:spPr>
          <a:xfrm xmlns:a="http://schemas.openxmlformats.org/drawingml/2006/main">
            <a:off x="609600" y="46101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Design implications</a:t>
            </a:r>
          </a:p>
        </p:txBody>
      </p:sp>
      <p:sp>
        <p:nvSpPr>
          <p:cNvPr id="11" name="">
            <a:extLst xmlns:a="http://schemas.openxmlformats.org/drawingml/2006/main">
              <a:ext uri="{FF2B5EF4-FFF2-40B4-BE49-F238E27FC236}">
                <a16:creationId xmlns:a16="http://schemas.microsoft.com/office/drawing/2014/main" id="{F2D7286E-6EA0-48E1-B39B-A659CB4BBF7C}"/>
              </a:ext>
            </a:extLst>
          </p:cNvPr>
          <p:cNvSpPr>
            <a:spLocks xmlns:a="http://schemas.openxmlformats.org/drawingml/2006/main" noGrp="1"/>
          </p:cNvSpPr>
          <p:nvPr/>
        </p:nvSpPr>
        <p:spPr>
          <a:xfrm xmlns:a="http://schemas.openxmlformats.org/drawingml/2006/main">
            <a:off x="609600" y="5048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Investigate a validated game specification and controlled runtime. Explain system limits and failures to the author.</a:t>
            </a:r>
          </a:p>
        </p:txBody>
      </p:sp>
    </p:spTree>
    <p:extLst>
      <p:ext uri="{BB962C8B-B14F-4D97-AF65-F5344CB8AC3E}">
        <p14:creationId xmlns:p14="http://schemas.microsoft.com/office/powerpoint/2010/main" val="1715543010"/>
      </p:ext>
    </p:extLst>
  </p:cSld>
</p:sld>
</file>

<file path=ppt/slides/slide4.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A88B489-7655-40FD-9E97-56A17D544FA5}"/>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638BD3-241B-475C-B013-EC0DC082B11E}"/>
              </a:ext>
            </a:extLst>
          </p:cNvPr>
          <p:cNvSpPr>
            <a:spLocks xmlns:a="http://schemas.openxmlformats.org/drawingml/2006/main" noGrp="1"/>
          </p:cNvSpPr>
          <p:nvPr/>
        </p:nvSpPr>
        <p:spPr>
          <a:xfrm xmlns:a="http://schemas.openxmlformats.org/drawingml/2006/main">
            <a:off x="609600" y="800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C40"/>
                </a:solidFill>
                <a:latin typeface="DejaVu Sans"/>
                <a:ea typeface="DejaVu Sans"/>
                <a:cs typeface="DejaVu Sans"/>
              </a:defRPr>
            </a:defPPr>
            <a:lvl1pPr>
              <a:buNone/>
              <a:defRPr sz="2850" b="1">
                <a:solidFill>
                  <a:srgbClr val="172C40"/>
                </a:solidFill>
                <a:latin typeface="DejaVu Sans"/>
                <a:ea typeface="DejaVu Sans"/>
                <a:cs typeface="DejaVu Sans"/>
              </a:defRPr>
            </a:lvl1pPr>
            <a:lvl2pPr>
              <a:buNone/>
              <a:defRPr sz="2850" b="1">
                <a:solidFill>
                  <a:srgbClr val="172C40"/>
                </a:solidFill>
                <a:latin typeface="DejaVu Sans"/>
                <a:ea typeface="DejaVu Sans"/>
                <a:cs typeface="DejaVu Sans"/>
              </a:defRPr>
            </a:lvl2pPr>
            <a:lvl3pPr>
              <a:buNone/>
              <a:defRPr sz="2850" b="1">
                <a:solidFill>
                  <a:srgbClr val="172C40"/>
                </a:solidFill>
                <a:latin typeface="DejaVu Sans"/>
                <a:ea typeface="DejaVu Sans"/>
                <a:cs typeface="DejaVu Sans"/>
              </a:defRPr>
            </a:lvl3pPr>
            <a:lvl4pPr>
              <a:buNone/>
              <a:defRPr sz="2850" b="1">
                <a:solidFill>
                  <a:srgbClr val="172C40"/>
                </a:solidFill>
                <a:latin typeface="DejaVu Sans"/>
                <a:ea typeface="DejaVu Sans"/>
                <a:cs typeface="DejaVu Sans"/>
              </a:defRPr>
            </a:lvl4pPr>
            <a:lvl5pPr>
              <a:buNone/>
              <a:defRPr sz="2850" b="1">
                <a:solidFill>
                  <a:srgbClr val="172C40"/>
                </a:solidFill>
                <a:latin typeface="DejaVu Sans"/>
                <a:ea typeface="DejaVu Sans"/>
                <a:cs typeface="DejaVu Sans"/>
              </a:defRPr>
            </a:lvl5pPr>
            <a:lvl6pPr>
              <a:buNone/>
              <a:defRPr sz="2850" b="1">
                <a:solidFill>
                  <a:srgbClr val="172C40"/>
                </a:solidFill>
                <a:latin typeface="DejaVu Sans"/>
                <a:ea typeface="DejaVu Sans"/>
                <a:cs typeface="DejaVu Sans"/>
              </a:defRPr>
            </a:lvl6pPr>
            <a:lvl7pPr>
              <a:buNone/>
              <a:defRPr sz="2850" b="1">
                <a:solidFill>
                  <a:srgbClr val="172C40"/>
                </a:solidFill>
                <a:latin typeface="DejaVu Sans"/>
                <a:ea typeface="DejaVu Sans"/>
                <a:cs typeface="DejaVu Sans"/>
              </a:defRPr>
            </a:lvl7pPr>
            <a:lvl8pPr>
              <a:buNone/>
              <a:defRPr sz="2850" b="1">
                <a:solidFill>
                  <a:srgbClr val="172C40"/>
                </a:solidFill>
                <a:latin typeface="DejaVu Sans"/>
                <a:ea typeface="DejaVu Sans"/>
                <a:cs typeface="DejaVu Sans"/>
              </a:defRPr>
            </a:lvl8pPr>
            <a:lvl9pPr>
              <a:buNone/>
              <a:defRPr sz="2850" b="1">
                <a:solidFill>
                  <a:srgbClr val="172C40"/>
                </a:solidFill>
                <a:latin typeface="DejaVu Sans"/>
                <a:ea typeface="DejaVu Sans"/>
                <a:cs typeface="DejaVu Sans"/>
              </a:defRPr>
            </a:lvl9pPr>
          </a:lstStyle>
          <a:p xmlns:a="http://schemas.openxmlformats.org/drawingml/2006/main">
            <a:pPr>
              <a:buNone/>
              <a:defRPr sz="2850" b="1">
                <a:solidFill>
                  <a:srgbClr val="172C40"/>
                </a:solidFill>
                <a:latin typeface="DejaVu Sans"/>
                <a:ea typeface="DejaVu Sans"/>
                <a:cs typeface="DejaVu Sans"/>
              </a:defRPr>
            </a:pPr>
            <a:r>
              <a:rPr sz="2850" b="1">
                <a:solidFill>
                  <a:srgbClr val="172C40"/>
                </a:solidFill>
                <a:latin typeface="DejaVu Sans"/>
                <a:ea typeface="DejaVu Sans"/>
                <a:cs typeface="DejaVu Sans"/>
              </a:rPr>
              <a:t>Comparison of existing systems</a:t>
            </a:r>
          </a:p>
        </p:txBody>
      </p:sp>
      <p:sp>
        <p:nvSpPr>
          <p:cNvPr id="3" name="">
            <a:extLst xmlns:a="http://schemas.openxmlformats.org/drawingml/2006/main">
              <a:ext uri="{FF2B5EF4-FFF2-40B4-BE49-F238E27FC236}">
                <a16:creationId xmlns:a16="http://schemas.microsoft.com/office/drawing/2014/main" id="{B034B113-4E53-4B7D-8D30-DEDB41E34311}"/>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9FA4F65-5F8B-4AF0-BEE3-05758503CD9D}"/>
              </a:ext>
            </a:extLst>
          </p:cNvPr>
          <p:cNvSpPr>
            <a:spLocks xmlns:a="http://schemas.openxmlformats.org/drawingml/2006/main" noGrp="1"/>
          </p:cNvSpPr>
          <p:nvPr/>
        </p:nvSpPr>
        <p:spPr>
          <a:xfrm xmlns:a="http://schemas.openxmlformats.org/drawingml/2006/main">
            <a:off x="609600" y="6238875"/>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4 Existing systems / Three systems and nine common criteria / Documentation review</a:t>
            </a:r>
          </a:p>
        </p:txBody>
      </p:sp>
      <p:sp>
        <p:nvSpPr>
          <p:cNvPr id="5" name="">
            <a:extLst xmlns:a="http://schemas.openxmlformats.org/drawingml/2006/main">
              <a:ext uri="{FF2B5EF4-FFF2-40B4-BE49-F238E27FC236}">
                <a16:creationId xmlns:a16="http://schemas.microsoft.com/office/drawing/2014/main" id="{0534B866-ABDE-44DA-9AD4-AA51A3F8188B}"/>
              </a:ext>
            </a:extLst>
          </p:cNvPr>
          <p:cNvSpPr>
            <a:spLocks xmlns:a="http://schemas.openxmlformats.org/drawingml/2006/main" noGrp="1"/>
          </p:cNvSpPr>
          <p:nvPr/>
        </p:nvSpPr>
        <p:spPr>
          <a:xfrm xmlns:a="http://schemas.openxmlformats.org/drawingml/2006/main">
            <a:off x="11125200" y="6219825"/>
            <a:ext cx="45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04</a:t>
            </a:r>
          </a:p>
        </p:txBody>
      </p:sp>
      <p:sp>
        <p:nvSpPr>
          <p:cNvPr id="6" name="">
            <a:extLst xmlns:a="http://schemas.openxmlformats.org/drawingml/2006/main">
              <a:ext uri="{FF2B5EF4-FFF2-40B4-BE49-F238E27FC236}">
                <a16:creationId xmlns:a16="http://schemas.microsoft.com/office/drawing/2014/main" id="{03E455C5-81EE-4621-9FF0-B9F28FD43EB2}"/>
              </a:ext>
            </a:extLst>
          </p:cNvPr>
          <p:cNvSpPr>
            <a:spLocks xmlns:a="http://schemas.openxmlformats.org/drawingml/2006/main" noGrp="1"/>
          </p:cNvSpPr>
          <p:nvPr/>
        </p:nvSpPr>
        <p:spPr>
          <a:xfrm xmlns:a="http://schemas.openxmlformats.org/drawingml/2006/main">
            <a:off x="609600" y="1809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7" name="">
            <a:extLst xmlns:a="http://schemas.openxmlformats.org/drawingml/2006/main">
              <a:ext uri="{FF2B5EF4-FFF2-40B4-BE49-F238E27FC236}">
                <a16:creationId xmlns:a16="http://schemas.microsoft.com/office/drawing/2014/main" id="{5B5E3503-BA8E-4FEE-B118-95ED84A237F9}"/>
              </a:ext>
            </a:extLst>
          </p:cNvPr>
          <p:cNvSpPr>
            <a:spLocks xmlns:a="http://schemas.openxmlformats.org/drawingml/2006/main" noGrp="1"/>
          </p:cNvSpPr>
          <p:nvPr/>
        </p:nvSpPr>
        <p:spPr>
          <a:xfrm xmlns:a="http://schemas.openxmlformats.org/drawingml/2006/main">
            <a:off x="609600" y="22479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8" name="">
            <a:extLst xmlns:a="http://schemas.openxmlformats.org/drawingml/2006/main">
              <a:ext uri="{FF2B5EF4-FFF2-40B4-BE49-F238E27FC236}">
                <a16:creationId xmlns:a16="http://schemas.microsoft.com/office/drawing/2014/main" id="{F149893F-E04B-4A8F-BFBB-ECA5BCC36FDB}"/>
              </a:ext>
            </a:extLst>
          </p:cNvPr>
          <p:cNvSpPr>
            <a:spLocks xmlns:a="http://schemas.openxmlformats.org/drawingml/2006/main" noGrp="1"/>
          </p:cNvSpPr>
          <p:nvPr/>
        </p:nvSpPr>
        <p:spPr>
          <a:xfrm xmlns:a="http://schemas.openxmlformats.org/drawingml/2006/main">
            <a:off x="609600" y="31051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9" name="">
            <a:extLst xmlns:a="http://schemas.openxmlformats.org/drawingml/2006/main">
              <a:ext uri="{FF2B5EF4-FFF2-40B4-BE49-F238E27FC236}">
                <a16:creationId xmlns:a16="http://schemas.microsoft.com/office/drawing/2014/main" id="{ACA4D403-0084-4453-8D79-F20B72B45C34}"/>
              </a:ext>
            </a:extLst>
          </p:cNvPr>
          <p:cNvSpPr>
            <a:spLocks xmlns:a="http://schemas.openxmlformats.org/drawingml/2006/main" noGrp="1"/>
          </p:cNvSpPr>
          <p:nvPr/>
        </p:nvSpPr>
        <p:spPr>
          <a:xfrm xmlns:a="http://schemas.openxmlformats.org/drawingml/2006/main">
            <a:off x="609600" y="3543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10" name="">
            <a:extLst xmlns:a="http://schemas.openxmlformats.org/drawingml/2006/main">
              <a:ext uri="{FF2B5EF4-FFF2-40B4-BE49-F238E27FC236}">
                <a16:creationId xmlns:a16="http://schemas.microsoft.com/office/drawing/2014/main" id="{E16C3210-F7A0-4FC9-BFB2-9E5B47A75623}"/>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11" name="">
            <a:extLst xmlns:a="http://schemas.openxmlformats.org/drawingml/2006/main">
              <a:ext uri="{FF2B5EF4-FFF2-40B4-BE49-F238E27FC236}">
                <a16:creationId xmlns:a16="http://schemas.microsoft.com/office/drawing/2014/main" id="{08DBB208-0100-47E7-83C5-9E8FDF182D1E}"/>
              </a:ext>
            </a:extLst>
          </p:cNvPr>
          <p:cNvSpPr>
            <a:spLocks xmlns:a="http://schemas.openxmlformats.org/drawingml/2006/main" noGrp="1"/>
          </p:cNvSpPr>
          <p:nvPr/>
        </p:nvSpPr>
        <p:spPr>
          <a:xfrm xmlns:a="http://schemas.openxmlformats.org/drawingml/2006/main">
            <a:off x="609600" y="4838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13" name="">
            <a:extLst xmlns:a="http://schemas.openxmlformats.org/drawingml/2006/main">
              <a:ext uri="{FF2B5EF4-FFF2-40B4-BE49-F238E27FC236}">
                <a16:creationId xmlns:a16="http://schemas.microsoft.com/office/drawing/2014/main" id="{D21944C8-7CD6-4CF3-A38E-996E2909951E}"/>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Documented capabilities in three reference systems</a:t>
            </a:r>
          </a:p>
        </p:txBody>
      </p:sp>
      <p:sp>
        <p:nvSpPr>
          <p:cNvPr id="14" name="">
            <a:extLst xmlns:a="http://schemas.openxmlformats.org/drawingml/2006/main">
              <a:ext uri="{FF2B5EF4-FFF2-40B4-BE49-F238E27FC236}">
                <a16:creationId xmlns:a16="http://schemas.microsoft.com/office/drawing/2014/main" id="{3DEE3812-1BC7-4A84-90D0-6E268796F257}"/>
              </a:ext>
            </a:extLst>
          </p:cNvPr>
          <p:cNvSpPr>
            <a:spLocks xmlns:a="http://schemas.openxmlformats.org/drawingml/2006/main" noGrp="1"/>
          </p:cNvSpPr>
          <p:nvPr/>
        </p:nvSpPr>
        <p:spPr>
          <a:xfrm xmlns:a="http://schemas.openxmlformats.org/drawingml/2006/main">
            <a:off x="609600" y="2390775"/>
            <a:ext cx="9525" cy="31432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65EEE1-AD41-4C9A-A084-8254670EC2B0}"/>
              </a:ext>
            </a:extLst>
          </p:cNvPr>
          <p:cNvSpPr>
            <a:spLocks xmlns:a="http://schemas.openxmlformats.org/drawingml/2006/main" noGrp="1"/>
          </p:cNvSpPr>
          <p:nvPr/>
        </p:nvSpPr>
        <p:spPr>
          <a:xfrm xmlns:a="http://schemas.openxmlformats.org/drawingml/2006/main">
            <a:off x="2895600" y="2390775"/>
            <a:ext cx="9525" cy="31432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6B1D8DD-F067-4F0D-ADC5-C0EC7AF4ACB8}"/>
              </a:ext>
            </a:extLst>
          </p:cNvPr>
          <p:cNvSpPr>
            <a:spLocks xmlns:a="http://schemas.openxmlformats.org/drawingml/2006/main" noGrp="1"/>
          </p:cNvSpPr>
          <p:nvPr/>
        </p:nvSpPr>
        <p:spPr>
          <a:xfrm xmlns:a="http://schemas.openxmlformats.org/drawingml/2006/main">
            <a:off x="6572250" y="2390775"/>
            <a:ext cx="9525" cy="31432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61F02A2-0AAE-4A7B-8B66-7B3E47A51902}"/>
              </a:ext>
            </a:extLst>
          </p:cNvPr>
          <p:cNvSpPr>
            <a:spLocks xmlns:a="http://schemas.openxmlformats.org/drawingml/2006/main" noGrp="1"/>
          </p:cNvSpPr>
          <p:nvPr/>
        </p:nvSpPr>
        <p:spPr>
          <a:xfrm xmlns:a="http://schemas.openxmlformats.org/drawingml/2006/main">
            <a:off x="11582400" y="2390775"/>
            <a:ext cx="9525" cy="31432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DAF108F-8635-4F8A-B6D2-A772623889AE}"/>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CCEBE4C-D22E-48E9-8CA4-1E5D5F21BA15}"/>
              </a:ext>
            </a:extLst>
          </p:cNvPr>
          <p:cNvSpPr>
            <a:spLocks xmlns:a="http://schemas.openxmlformats.org/drawingml/2006/main" noGrp="1"/>
          </p:cNvSpPr>
          <p:nvPr/>
        </p:nvSpPr>
        <p:spPr>
          <a:xfrm xmlns:a="http://schemas.openxmlformats.org/drawingml/2006/main">
            <a:off x="609600" y="283845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4F2C595-0F0A-4D0C-9739-0B760AE8D7C7}"/>
              </a:ext>
            </a:extLst>
          </p:cNvPr>
          <p:cNvSpPr>
            <a:spLocks xmlns:a="http://schemas.openxmlformats.org/drawingml/2006/main" noGrp="1"/>
          </p:cNvSpPr>
          <p:nvPr/>
        </p:nvSpPr>
        <p:spPr>
          <a:xfrm xmlns:a="http://schemas.openxmlformats.org/drawingml/2006/main">
            <a:off x="609600" y="37338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8FBB965-E875-4CE1-BB0F-46A058F4ED77}"/>
              </a:ext>
            </a:extLst>
          </p:cNvPr>
          <p:cNvSpPr>
            <a:spLocks xmlns:a="http://schemas.openxmlformats.org/drawingml/2006/main" noGrp="1"/>
          </p:cNvSpPr>
          <p:nvPr/>
        </p:nvSpPr>
        <p:spPr>
          <a:xfrm xmlns:a="http://schemas.openxmlformats.org/drawingml/2006/main">
            <a:off x="609600" y="462915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26BD044-8806-4234-A15C-9F2B5CEB219C}"/>
              </a:ext>
            </a:extLst>
          </p:cNvPr>
          <p:cNvSpPr>
            <a:spLocks xmlns:a="http://schemas.openxmlformats.org/drawingml/2006/main" noGrp="1"/>
          </p:cNvSpPr>
          <p:nvPr/>
        </p:nvSpPr>
        <p:spPr>
          <a:xfrm xmlns:a="http://schemas.openxmlformats.org/drawingml/2006/main">
            <a:off x="609600" y="5534025"/>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8C318BE-1227-4367-8260-7199E6C4D145}"/>
              </a:ext>
            </a:extLst>
          </p:cNvPr>
          <p:cNvSpPr>
            <a:spLocks xmlns:a="http://schemas.openxmlformats.org/drawingml/2006/main" noGrp="1"/>
          </p:cNvSpPr>
          <p:nvPr/>
        </p:nvSpPr>
        <p:spPr>
          <a:xfrm xmlns:a="http://schemas.openxmlformats.org/drawingml/2006/main">
            <a:off x="762000" y="24765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526474"/>
                </a:solidFill>
                <a:latin typeface="DejaVu Sans"/>
                <a:ea typeface="DejaVu Sans"/>
                <a:cs typeface="DejaVu Sans"/>
              </a:defRPr>
            </a:defPPr>
            <a:lvl1pPr>
              <a:buNone/>
              <a:defRPr sz="1350" b="1">
                <a:solidFill>
                  <a:srgbClr val="526474"/>
                </a:solidFill>
                <a:latin typeface="DejaVu Sans"/>
                <a:ea typeface="DejaVu Sans"/>
                <a:cs typeface="DejaVu Sans"/>
              </a:defRPr>
            </a:lvl1pPr>
            <a:lvl2pPr>
              <a:buNone/>
              <a:defRPr sz="1350" b="1">
                <a:solidFill>
                  <a:srgbClr val="526474"/>
                </a:solidFill>
                <a:latin typeface="DejaVu Sans"/>
                <a:ea typeface="DejaVu Sans"/>
                <a:cs typeface="DejaVu Sans"/>
              </a:defRPr>
            </a:lvl2pPr>
            <a:lvl3pPr>
              <a:buNone/>
              <a:defRPr sz="1350" b="1">
                <a:solidFill>
                  <a:srgbClr val="526474"/>
                </a:solidFill>
                <a:latin typeface="DejaVu Sans"/>
                <a:ea typeface="DejaVu Sans"/>
                <a:cs typeface="DejaVu Sans"/>
              </a:defRPr>
            </a:lvl3pPr>
            <a:lvl4pPr>
              <a:buNone/>
              <a:defRPr sz="1350" b="1">
                <a:solidFill>
                  <a:srgbClr val="526474"/>
                </a:solidFill>
                <a:latin typeface="DejaVu Sans"/>
                <a:ea typeface="DejaVu Sans"/>
                <a:cs typeface="DejaVu Sans"/>
              </a:defRPr>
            </a:lvl4pPr>
            <a:lvl5pPr>
              <a:buNone/>
              <a:defRPr sz="1350" b="1">
                <a:solidFill>
                  <a:srgbClr val="526474"/>
                </a:solidFill>
                <a:latin typeface="DejaVu Sans"/>
                <a:ea typeface="DejaVu Sans"/>
                <a:cs typeface="DejaVu Sans"/>
              </a:defRPr>
            </a:lvl5pPr>
            <a:lvl6pPr>
              <a:buNone/>
              <a:defRPr sz="1350" b="1">
                <a:solidFill>
                  <a:srgbClr val="526474"/>
                </a:solidFill>
                <a:latin typeface="DejaVu Sans"/>
                <a:ea typeface="DejaVu Sans"/>
                <a:cs typeface="DejaVu Sans"/>
              </a:defRPr>
            </a:lvl6pPr>
            <a:lvl7pPr>
              <a:buNone/>
              <a:defRPr sz="1350" b="1">
                <a:solidFill>
                  <a:srgbClr val="526474"/>
                </a:solidFill>
                <a:latin typeface="DejaVu Sans"/>
                <a:ea typeface="DejaVu Sans"/>
                <a:cs typeface="DejaVu Sans"/>
              </a:defRPr>
            </a:lvl7pPr>
            <a:lvl8pPr>
              <a:buNone/>
              <a:defRPr sz="1350" b="1">
                <a:solidFill>
                  <a:srgbClr val="526474"/>
                </a:solidFill>
                <a:latin typeface="DejaVu Sans"/>
                <a:ea typeface="DejaVu Sans"/>
                <a:cs typeface="DejaVu Sans"/>
              </a:defRPr>
            </a:lvl8pPr>
            <a:lvl9pPr>
              <a:buNone/>
              <a:defRPr sz="1350" b="1">
                <a:solidFill>
                  <a:srgbClr val="526474"/>
                </a:solidFill>
                <a:latin typeface="DejaVu Sans"/>
                <a:ea typeface="DejaVu Sans"/>
                <a:cs typeface="DejaVu Sans"/>
              </a:defRPr>
            </a:lvl9pPr>
          </a:lstStyle>
          <a:p xmlns:a="http://schemas.openxmlformats.org/drawingml/2006/main">
            <a:pPr>
              <a:buNone/>
              <a:defRPr sz="1350" b="1">
                <a:solidFill>
                  <a:srgbClr val="526474"/>
                </a:solidFill>
                <a:latin typeface="DejaVu Sans"/>
                <a:ea typeface="DejaVu Sans"/>
                <a:cs typeface="DejaVu Sans"/>
              </a:defRPr>
            </a:pPr>
            <a:r>
              <a:rPr sz="1350" b="1">
                <a:solidFill>
                  <a:srgbClr val="526474"/>
                </a:solidFill>
                <a:latin typeface="DejaVu Sans"/>
                <a:ea typeface="DejaVu Sans"/>
                <a:cs typeface="DejaVu Sans"/>
              </a:rPr>
              <a:t>System</a:t>
            </a:r>
          </a:p>
        </p:txBody>
      </p:sp>
      <p:sp>
        <p:nvSpPr>
          <p:cNvPr id="24" name="">
            <a:extLst xmlns:a="http://schemas.openxmlformats.org/drawingml/2006/main">
              <a:ext uri="{FF2B5EF4-FFF2-40B4-BE49-F238E27FC236}">
                <a16:creationId xmlns:a16="http://schemas.microsoft.com/office/drawing/2014/main" id="{F5D4533F-C5CD-469A-8CF1-23FFD677790E}"/>
              </a:ext>
            </a:extLst>
          </p:cNvPr>
          <p:cNvSpPr>
            <a:spLocks xmlns:a="http://schemas.openxmlformats.org/drawingml/2006/main" noGrp="1"/>
          </p:cNvSpPr>
          <p:nvPr/>
        </p:nvSpPr>
        <p:spPr>
          <a:xfrm xmlns:a="http://schemas.openxmlformats.org/drawingml/2006/main">
            <a:off x="3048000" y="24765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526474"/>
                </a:solidFill>
                <a:latin typeface="DejaVu Sans"/>
                <a:ea typeface="DejaVu Sans"/>
                <a:cs typeface="DejaVu Sans"/>
              </a:defRPr>
            </a:defPPr>
            <a:lvl1pPr>
              <a:buNone/>
              <a:defRPr sz="1350" b="1">
                <a:solidFill>
                  <a:srgbClr val="526474"/>
                </a:solidFill>
                <a:latin typeface="DejaVu Sans"/>
                <a:ea typeface="DejaVu Sans"/>
                <a:cs typeface="DejaVu Sans"/>
              </a:defRPr>
            </a:lvl1pPr>
            <a:lvl2pPr>
              <a:buNone/>
              <a:defRPr sz="1350" b="1">
                <a:solidFill>
                  <a:srgbClr val="526474"/>
                </a:solidFill>
                <a:latin typeface="DejaVu Sans"/>
                <a:ea typeface="DejaVu Sans"/>
                <a:cs typeface="DejaVu Sans"/>
              </a:defRPr>
            </a:lvl2pPr>
            <a:lvl3pPr>
              <a:buNone/>
              <a:defRPr sz="1350" b="1">
                <a:solidFill>
                  <a:srgbClr val="526474"/>
                </a:solidFill>
                <a:latin typeface="DejaVu Sans"/>
                <a:ea typeface="DejaVu Sans"/>
                <a:cs typeface="DejaVu Sans"/>
              </a:defRPr>
            </a:lvl3pPr>
            <a:lvl4pPr>
              <a:buNone/>
              <a:defRPr sz="1350" b="1">
                <a:solidFill>
                  <a:srgbClr val="526474"/>
                </a:solidFill>
                <a:latin typeface="DejaVu Sans"/>
                <a:ea typeface="DejaVu Sans"/>
                <a:cs typeface="DejaVu Sans"/>
              </a:defRPr>
            </a:lvl4pPr>
            <a:lvl5pPr>
              <a:buNone/>
              <a:defRPr sz="1350" b="1">
                <a:solidFill>
                  <a:srgbClr val="526474"/>
                </a:solidFill>
                <a:latin typeface="DejaVu Sans"/>
                <a:ea typeface="DejaVu Sans"/>
                <a:cs typeface="DejaVu Sans"/>
              </a:defRPr>
            </a:lvl5pPr>
            <a:lvl6pPr>
              <a:buNone/>
              <a:defRPr sz="1350" b="1">
                <a:solidFill>
                  <a:srgbClr val="526474"/>
                </a:solidFill>
                <a:latin typeface="DejaVu Sans"/>
                <a:ea typeface="DejaVu Sans"/>
                <a:cs typeface="DejaVu Sans"/>
              </a:defRPr>
            </a:lvl6pPr>
            <a:lvl7pPr>
              <a:buNone/>
              <a:defRPr sz="1350" b="1">
                <a:solidFill>
                  <a:srgbClr val="526474"/>
                </a:solidFill>
                <a:latin typeface="DejaVu Sans"/>
                <a:ea typeface="DejaVu Sans"/>
                <a:cs typeface="DejaVu Sans"/>
              </a:defRPr>
            </a:lvl7pPr>
            <a:lvl8pPr>
              <a:buNone/>
              <a:defRPr sz="1350" b="1">
                <a:solidFill>
                  <a:srgbClr val="526474"/>
                </a:solidFill>
                <a:latin typeface="DejaVu Sans"/>
                <a:ea typeface="DejaVu Sans"/>
                <a:cs typeface="DejaVu Sans"/>
              </a:defRPr>
            </a:lvl8pPr>
            <a:lvl9pPr>
              <a:buNone/>
              <a:defRPr sz="1350" b="1">
                <a:solidFill>
                  <a:srgbClr val="526474"/>
                </a:solidFill>
                <a:latin typeface="DejaVu Sans"/>
                <a:ea typeface="DejaVu Sans"/>
                <a:cs typeface="DejaVu Sans"/>
              </a:defRPr>
            </a:lvl9pPr>
          </a:lstStyle>
          <a:p xmlns:a="http://schemas.openxmlformats.org/drawingml/2006/main">
            <a:pPr>
              <a:buNone/>
              <a:defRPr sz="1350" b="1">
                <a:solidFill>
                  <a:srgbClr val="526474"/>
                </a:solidFill>
                <a:latin typeface="DejaVu Sans"/>
                <a:ea typeface="DejaVu Sans"/>
                <a:cs typeface="DejaVu Sans"/>
              </a:defRPr>
            </a:pPr>
            <a:r>
              <a:rPr sz="1350" b="1">
                <a:solidFill>
                  <a:srgbClr val="526474"/>
                </a:solidFill>
                <a:latin typeface="DejaVu Sans"/>
                <a:ea typeface="DejaVu Sans"/>
                <a:cs typeface="DejaVu Sans"/>
              </a:rPr>
              <a:t>Documented emphasis</a:t>
            </a:r>
          </a:p>
        </p:txBody>
      </p:sp>
      <p:sp>
        <p:nvSpPr>
          <p:cNvPr id="25" name="">
            <a:extLst xmlns:a="http://schemas.openxmlformats.org/drawingml/2006/main">
              <a:ext uri="{FF2B5EF4-FFF2-40B4-BE49-F238E27FC236}">
                <a16:creationId xmlns:a16="http://schemas.microsoft.com/office/drawing/2014/main" id="{0CA4B265-4E92-4085-A38F-F6DC0A11AAC0}"/>
              </a:ext>
            </a:extLst>
          </p:cNvPr>
          <p:cNvSpPr>
            <a:spLocks xmlns:a="http://schemas.openxmlformats.org/drawingml/2006/main" noGrp="1"/>
          </p:cNvSpPr>
          <p:nvPr/>
        </p:nvSpPr>
        <p:spPr>
          <a:xfrm xmlns:a="http://schemas.openxmlformats.org/drawingml/2006/main">
            <a:off x="6724650" y="2476500"/>
            <a:ext cx="466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526474"/>
                </a:solidFill>
                <a:latin typeface="DejaVu Sans"/>
                <a:ea typeface="DejaVu Sans"/>
                <a:cs typeface="DejaVu Sans"/>
              </a:defRPr>
            </a:defPPr>
            <a:lvl1pPr>
              <a:buNone/>
              <a:defRPr sz="1350" b="1">
                <a:solidFill>
                  <a:srgbClr val="526474"/>
                </a:solidFill>
                <a:latin typeface="DejaVu Sans"/>
                <a:ea typeface="DejaVu Sans"/>
                <a:cs typeface="DejaVu Sans"/>
              </a:defRPr>
            </a:lvl1pPr>
            <a:lvl2pPr>
              <a:buNone/>
              <a:defRPr sz="1350" b="1">
                <a:solidFill>
                  <a:srgbClr val="526474"/>
                </a:solidFill>
                <a:latin typeface="DejaVu Sans"/>
                <a:ea typeface="DejaVu Sans"/>
                <a:cs typeface="DejaVu Sans"/>
              </a:defRPr>
            </a:lvl2pPr>
            <a:lvl3pPr>
              <a:buNone/>
              <a:defRPr sz="1350" b="1">
                <a:solidFill>
                  <a:srgbClr val="526474"/>
                </a:solidFill>
                <a:latin typeface="DejaVu Sans"/>
                <a:ea typeface="DejaVu Sans"/>
                <a:cs typeface="DejaVu Sans"/>
              </a:defRPr>
            </a:lvl3pPr>
            <a:lvl4pPr>
              <a:buNone/>
              <a:defRPr sz="1350" b="1">
                <a:solidFill>
                  <a:srgbClr val="526474"/>
                </a:solidFill>
                <a:latin typeface="DejaVu Sans"/>
                <a:ea typeface="DejaVu Sans"/>
                <a:cs typeface="DejaVu Sans"/>
              </a:defRPr>
            </a:lvl4pPr>
            <a:lvl5pPr>
              <a:buNone/>
              <a:defRPr sz="1350" b="1">
                <a:solidFill>
                  <a:srgbClr val="526474"/>
                </a:solidFill>
                <a:latin typeface="DejaVu Sans"/>
                <a:ea typeface="DejaVu Sans"/>
                <a:cs typeface="DejaVu Sans"/>
              </a:defRPr>
            </a:lvl5pPr>
            <a:lvl6pPr>
              <a:buNone/>
              <a:defRPr sz="1350" b="1">
                <a:solidFill>
                  <a:srgbClr val="526474"/>
                </a:solidFill>
                <a:latin typeface="DejaVu Sans"/>
                <a:ea typeface="DejaVu Sans"/>
                <a:cs typeface="DejaVu Sans"/>
              </a:defRPr>
            </a:lvl6pPr>
            <a:lvl7pPr>
              <a:buNone/>
              <a:defRPr sz="1350" b="1">
                <a:solidFill>
                  <a:srgbClr val="526474"/>
                </a:solidFill>
                <a:latin typeface="DejaVu Sans"/>
                <a:ea typeface="DejaVu Sans"/>
                <a:cs typeface="DejaVu Sans"/>
              </a:defRPr>
            </a:lvl7pPr>
            <a:lvl8pPr>
              <a:buNone/>
              <a:defRPr sz="1350" b="1">
                <a:solidFill>
                  <a:srgbClr val="526474"/>
                </a:solidFill>
                <a:latin typeface="DejaVu Sans"/>
                <a:ea typeface="DejaVu Sans"/>
                <a:cs typeface="DejaVu Sans"/>
              </a:defRPr>
            </a:lvl8pPr>
            <a:lvl9pPr>
              <a:buNone/>
              <a:defRPr sz="1350" b="1">
                <a:solidFill>
                  <a:srgbClr val="526474"/>
                </a:solidFill>
                <a:latin typeface="DejaVu Sans"/>
                <a:ea typeface="DejaVu Sans"/>
                <a:cs typeface="DejaVu Sans"/>
              </a:defRPr>
            </a:lvl9pPr>
          </a:lstStyle>
          <a:p xmlns:a="http://schemas.openxmlformats.org/drawingml/2006/main">
            <a:pPr>
              <a:buNone/>
              <a:defRPr sz="1350" b="1">
                <a:solidFill>
                  <a:srgbClr val="526474"/>
                </a:solidFill>
                <a:latin typeface="DejaVu Sans"/>
                <a:ea typeface="DejaVu Sans"/>
                <a:cs typeface="DejaVu Sans"/>
              </a:defRPr>
            </a:pPr>
            <a:r>
              <a:rPr sz="1350" b="1">
                <a:solidFill>
                  <a:srgbClr val="526474"/>
                </a:solidFill>
                <a:latin typeface="DejaVu Sans"/>
                <a:ea typeface="DejaVu Sans"/>
                <a:cs typeface="DejaVu Sans"/>
              </a:rPr>
              <a:t>Relation to the proposal</a:t>
            </a:r>
          </a:p>
        </p:txBody>
      </p:sp>
      <p:sp>
        <p:nvSpPr>
          <p:cNvPr id="26" name="">
            <a:extLst xmlns:a="http://schemas.openxmlformats.org/drawingml/2006/main">
              <a:ext uri="{FF2B5EF4-FFF2-40B4-BE49-F238E27FC236}">
                <a16:creationId xmlns:a16="http://schemas.microsoft.com/office/drawing/2014/main" id="{A7461DBD-7535-476C-9F75-D686976CC6FC}"/>
              </a:ext>
            </a:extLst>
          </p:cNvPr>
          <p:cNvSpPr>
            <a:spLocks xmlns:a="http://schemas.openxmlformats.org/drawingml/2006/main" noGrp="1"/>
          </p:cNvSpPr>
          <p:nvPr/>
        </p:nvSpPr>
        <p:spPr>
          <a:xfrm xmlns:a="http://schemas.openxmlformats.org/drawingml/2006/main">
            <a:off x="762000" y="2971800"/>
            <a:ext cx="200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Rosebud AI</a:t>
            </a:r>
          </a:p>
        </p:txBody>
      </p:sp>
      <p:sp>
        <p:nvSpPr>
          <p:cNvPr id="27" name="">
            <a:extLst xmlns:a="http://schemas.openxmlformats.org/drawingml/2006/main">
              <a:ext uri="{FF2B5EF4-FFF2-40B4-BE49-F238E27FC236}">
                <a16:creationId xmlns:a16="http://schemas.microsoft.com/office/drawing/2014/main" id="{4F0E529C-2B18-47B7-95B9-056EA649A0FA}"/>
              </a:ext>
            </a:extLst>
          </p:cNvPr>
          <p:cNvSpPr>
            <a:spLocks xmlns:a="http://schemas.openxmlformats.org/drawingml/2006/main" noGrp="1"/>
          </p:cNvSpPr>
          <p:nvPr/>
        </p:nvSpPr>
        <p:spPr>
          <a:xfrm xmlns:a="http://schemas.openxmlformats.org/drawingml/2006/main">
            <a:off x="3048000" y="2971800"/>
            <a:ext cx="3333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Prompt-based browser game creation; previews and revision</a:t>
            </a:r>
          </a:p>
        </p:txBody>
      </p:sp>
      <p:sp>
        <p:nvSpPr>
          <p:cNvPr id="28" name="">
            <a:extLst xmlns:a="http://schemas.openxmlformats.org/drawingml/2006/main">
              <a:ext uri="{FF2B5EF4-FFF2-40B4-BE49-F238E27FC236}">
                <a16:creationId xmlns:a16="http://schemas.microsoft.com/office/drawing/2014/main" id="{ABE17B68-DEE8-4261-96E5-C39DCE5BB2E3}"/>
              </a:ext>
            </a:extLst>
          </p:cNvPr>
          <p:cNvSpPr>
            <a:spLocks xmlns:a="http://schemas.openxmlformats.org/drawingml/2006/main" noGrp="1"/>
          </p:cNvSpPr>
          <p:nvPr/>
        </p:nvSpPr>
        <p:spPr>
          <a:xfrm xmlns:a="http://schemas.openxmlformats.org/drawingml/2006/main">
            <a:off x="6724650" y="2971800"/>
            <a:ext cx="4667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Closest comparator for story to browser play</a:t>
            </a:r>
          </a:p>
        </p:txBody>
      </p:sp>
      <p:sp>
        <p:nvSpPr>
          <p:cNvPr id="29" name="">
            <a:extLst xmlns:a="http://schemas.openxmlformats.org/drawingml/2006/main">
              <a:ext uri="{FF2B5EF4-FFF2-40B4-BE49-F238E27FC236}">
                <a16:creationId xmlns:a16="http://schemas.microsoft.com/office/drawing/2014/main" id="{8AB43904-0BB6-4505-90E1-6DC318692444}"/>
              </a:ext>
            </a:extLst>
          </p:cNvPr>
          <p:cNvSpPr>
            <a:spLocks xmlns:a="http://schemas.openxmlformats.org/drawingml/2006/main" noGrp="1"/>
          </p:cNvSpPr>
          <p:nvPr/>
        </p:nvSpPr>
        <p:spPr>
          <a:xfrm xmlns:a="http://schemas.openxmlformats.org/drawingml/2006/main">
            <a:off x="762000" y="3867150"/>
            <a:ext cx="200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GDevelop</a:t>
            </a:r>
          </a:p>
        </p:txBody>
      </p:sp>
      <p:sp>
        <p:nvSpPr>
          <p:cNvPr id="30" name="">
            <a:extLst xmlns:a="http://schemas.openxmlformats.org/drawingml/2006/main">
              <a:ext uri="{FF2B5EF4-FFF2-40B4-BE49-F238E27FC236}">
                <a16:creationId xmlns:a16="http://schemas.microsoft.com/office/drawing/2014/main" id="{87454C20-7BA1-470F-8633-0B38CDFFCBBC}"/>
              </a:ext>
            </a:extLst>
          </p:cNvPr>
          <p:cNvSpPr>
            <a:spLocks xmlns:a="http://schemas.openxmlformats.org/drawingml/2006/main" noGrp="1"/>
          </p:cNvSpPr>
          <p:nvPr/>
        </p:nvSpPr>
        <p:spPr>
          <a:xfrm xmlns:a="http://schemas.openxmlformats.org/drawingml/2006/main">
            <a:off x="3048000" y="3867150"/>
            <a:ext cx="3333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Event-based authoring; experimental gameplay tests</a:t>
            </a:r>
          </a:p>
        </p:txBody>
      </p:sp>
      <p:sp>
        <p:nvSpPr>
          <p:cNvPr id="31" name="">
            <a:extLst xmlns:a="http://schemas.openxmlformats.org/drawingml/2006/main">
              <a:ext uri="{FF2B5EF4-FFF2-40B4-BE49-F238E27FC236}">
                <a16:creationId xmlns:a16="http://schemas.microsoft.com/office/drawing/2014/main" id="{B6256DAB-F653-444F-A9E9-192980805E82}"/>
              </a:ext>
            </a:extLst>
          </p:cNvPr>
          <p:cNvSpPr>
            <a:spLocks xmlns:a="http://schemas.openxmlformats.org/drawingml/2006/main" noGrp="1"/>
          </p:cNvSpPr>
          <p:nvPr/>
        </p:nvSpPr>
        <p:spPr>
          <a:xfrm xmlns:a="http://schemas.openxmlformats.org/drawingml/2006/main">
            <a:off x="6724650" y="3867150"/>
            <a:ext cx="4667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Tests inform the proposed validation approach</a:t>
            </a:r>
          </a:p>
        </p:txBody>
      </p:sp>
      <p:sp>
        <p:nvSpPr>
          <p:cNvPr id="32" name="">
            <a:extLst xmlns:a="http://schemas.openxmlformats.org/drawingml/2006/main">
              <a:ext uri="{FF2B5EF4-FFF2-40B4-BE49-F238E27FC236}">
                <a16:creationId xmlns:a16="http://schemas.microsoft.com/office/drawing/2014/main" id="{2E92AE63-7AD1-44DE-8984-B0D7D6B78352}"/>
              </a:ext>
            </a:extLst>
          </p:cNvPr>
          <p:cNvSpPr>
            <a:spLocks xmlns:a="http://schemas.openxmlformats.org/drawingml/2006/main" noGrp="1"/>
          </p:cNvSpPr>
          <p:nvPr/>
        </p:nvSpPr>
        <p:spPr>
          <a:xfrm xmlns:a="http://schemas.openxmlformats.org/drawingml/2006/main">
            <a:off x="762000" y="4762500"/>
            <a:ext cx="200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AI Dungeon</a:t>
            </a:r>
          </a:p>
        </p:txBody>
      </p:sp>
      <p:sp>
        <p:nvSpPr>
          <p:cNvPr id="33" name="">
            <a:extLst xmlns:a="http://schemas.openxmlformats.org/drawingml/2006/main">
              <a:ext uri="{FF2B5EF4-FFF2-40B4-BE49-F238E27FC236}">
                <a16:creationId xmlns:a16="http://schemas.microsoft.com/office/drawing/2014/main" id="{069D4AF9-B24C-4DE6-9165-7FF5F057CCF8}"/>
              </a:ext>
            </a:extLst>
          </p:cNvPr>
          <p:cNvSpPr>
            <a:spLocks xmlns:a="http://schemas.openxmlformats.org/drawingml/2006/main" noGrp="1"/>
          </p:cNvSpPr>
          <p:nvPr/>
        </p:nvSpPr>
        <p:spPr>
          <a:xfrm xmlns:a="http://schemas.openxmlformats.org/drawingml/2006/main">
            <a:off x="3048000" y="4762500"/>
            <a:ext cx="3333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Interactive text narratives</a:t>
            </a:r>
          </a:p>
        </p:txBody>
      </p:sp>
      <p:sp>
        <p:nvSpPr>
          <p:cNvPr id="34" name="">
            <a:extLst xmlns:a="http://schemas.openxmlformats.org/drawingml/2006/main">
              <a:ext uri="{FF2B5EF4-FFF2-40B4-BE49-F238E27FC236}">
                <a16:creationId xmlns:a16="http://schemas.microsoft.com/office/drawing/2014/main" id="{810563C1-735B-4CDF-9147-4343314055C7}"/>
              </a:ext>
            </a:extLst>
          </p:cNvPr>
          <p:cNvSpPr>
            <a:spLocks xmlns:a="http://schemas.openxmlformats.org/drawingml/2006/main" noGrp="1"/>
          </p:cNvSpPr>
          <p:nvPr/>
        </p:nvSpPr>
        <p:spPr>
          <a:xfrm xmlns:a="http://schemas.openxmlformats.org/drawingml/2006/main">
            <a:off x="6724650" y="4762500"/>
            <a:ext cx="4667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Narrative interaction without the proposed 2D scope</a:t>
            </a:r>
          </a:p>
        </p:txBody>
      </p:sp>
      <p:sp>
        <p:nvSpPr>
          <p:cNvPr id="35" name="">
            <a:extLst xmlns:a="http://schemas.openxmlformats.org/drawingml/2006/main">
              <a:ext uri="{FF2B5EF4-FFF2-40B4-BE49-F238E27FC236}">
                <a16:creationId xmlns:a16="http://schemas.microsoft.com/office/drawing/2014/main" id="{C26FBA9E-F47A-47EF-B4F6-809AD48941AC}"/>
              </a:ext>
            </a:extLst>
          </p:cNvPr>
          <p:cNvSpPr>
            <a:spLocks xmlns:a="http://schemas.openxmlformats.org/drawingml/2006/main" noGrp="1"/>
          </p:cNvSpPr>
          <p:nvPr/>
        </p:nvSpPr>
        <p:spPr>
          <a:xfrm xmlns:a="http://schemas.openxmlformats.org/drawingml/2006/main">
            <a:off x="609600" y="5629275"/>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0">
                <a:solidFill>
                  <a:srgbClr val="526474"/>
                </a:solidFill>
                <a:latin typeface="DejaVu Sans"/>
                <a:ea typeface="DejaVu Sans"/>
                <a:cs typeface="DejaVu Sans"/>
              </a:defRPr>
            </a:defPPr>
            <a:lvl1pPr>
              <a:buNone/>
              <a:defRPr sz="1275" b="0">
                <a:solidFill>
                  <a:srgbClr val="526474"/>
                </a:solidFill>
                <a:latin typeface="DejaVu Sans"/>
                <a:ea typeface="DejaVu Sans"/>
                <a:cs typeface="DejaVu Sans"/>
              </a:defRPr>
            </a:lvl1pPr>
            <a:lvl2pPr>
              <a:buNone/>
              <a:defRPr sz="1275" b="0">
                <a:solidFill>
                  <a:srgbClr val="526474"/>
                </a:solidFill>
                <a:latin typeface="DejaVu Sans"/>
                <a:ea typeface="DejaVu Sans"/>
                <a:cs typeface="DejaVu Sans"/>
              </a:defRPr>
            </a:lvl2pPr>
            <a:lvl3pPr>
              <a:buNone/>
              <a:defRPr sz="1275" b="0">
                <a:solidFill>
                  <a:srgbClr val="526474"/>
                </a:solidFill>
                <a:latin typeface="DejaVu Sans"/>
                <a:ea typeface="DejaVu Sans"/>
                <a:cs typeface="DejaVu Sans"/>
              </a:defRPr>
            </a:lvl3pPr>
            <a:lvl4pPr>
              <a:buNone/>
              <a:defRPr sz="1275" b="0">
                <a:solidFill>
                  <a:srgbClr val="526474"/>
                </a:solidFill>
                <a:latin typeface="DejaVu Sans"/>
                <a:ea typeface="DejaVu Sans"/>
                <a:cs typeface="DejaVu Sans"/>
              </a:defRPr>
            </a:lvl4pPr>
            <a:lvl5pPr>
              <a:buNone/>
              <a:defRPr sz="1275" b="0">
                <a:solidFill>
                  <a:srgbClr val="526474"/>
                </a:solidFill>
                <a:latin typeface="DejaVu Sans"/>
                <a:ea typeface="DejaVu Sans"/>
                <a:cs typeface="DejaVu Sans"/>
              </a:defRPr>
            </a:lvl5pPr>
            <a:lvl6pPr>
              <a:buNone/>
              <a:defRPr sz="1275" b="0">
                <a:solidFill>
                  <a:srgbClr val="526474"/>
                </a:solidFill>
                <a:latin typeface="DejaVu Sans"/>
                <a:ea typeface="DejaVu Sans"/>
                <a:cs typeface="DejaVu Sans"/>
              </a:defRPr>
            </a:lvl6pPr>
            <a:lvl7pPr>
              <a:buNone/>
              <a:defRPr sz="1275" b="0">
                <a:solidFill>
                  <a:srgbClr val="526474"/>
                </a:solidFill>
                <a:latin typeface="DejaVu Sans"/>
                <a:ea typeface="DejaVu Sans"/>
                <a:cs typeface="DejaVu Sans"/>
              </a:defRPr>
            </a:lvl7pPr>
            <a:lvl8pPr>
              <a:buNone/>
              <a:defRPr sz="1275" b="0">
                <a:solidFill>
                  <a:srgbClr val="526474"/>
                </a:solidFill>
                <a:latin typeface="DejaVu Sans"/>
                <a:ea typeface="DejaVu Sans"/>
                <a:cs typeface="DejaVu Sans"/>
              </a:defRPr>
            </a:lvl8pPr>
            <a:lvl9pPr>
              <a:buNone/>
              <a:defRPr sz="1275" b="0">
                <a:solidFill>
                  <a:srgbClr val="526474"/>
                </a:solidFill>
                <a:latin typeface="DejaVu Sans"/>
                <a:ea typeface="DejaVu Sans"/>
                <a:cs typeface="DejaVu Sans"/>
              </a:defRPr>
            </a:lvl9pPr>
          </a:lstStyle>
          <a:p xmlns:a="http://schemas.openxmlformats.org/drawingml/2006/main">
            <a:pPr>
              <a:buNone/>
              <a:defRPr sz="1275" b="0">
                <a:solidFill>
                  <a:srgbClr val="526474"/>
                </a:solidFill>
                <a:latin typeface="DejaVu Sans"/>
                <a:ea typeface="DejaVu Sans"/>
                <a:cs typeface="DejaVu Sans"/>
              </a:defRPr>
            </a:pPr>
            <a:r>
              <a:rPr sz="1275" b="0">
                <a:solidFill>
                  <a:srgbClr val="526474"/>
                </a:solidFill>
                <a:latin typeface="DejaVu Sans"/>
                <a:ea typeface="DejaVu Sans"/>
                <a:cs typeface="DejaVu Sans"/>
              </a:rPr>
              <a:t>Comparison is based on documentation; advantage remains to be measured.</a:t>
            </a:r>
          </a:p>
        </p:txBody>
      </p:sp>
    </p:spTree>
    <p:extLst>
      <p:ext uri="{BB962C8B-B14F-4D97-AF65-F5344CB8AC3E}">
        <p14:creationId xmlns:p14="http://schemas.microsoft.com/office/powerpoint/2010/main" val="772013663"/>
      </p:ext>
    </p:extLst>
  </p:cSld>
</p:sld>
</file>

<file path=ppt/slides/slide5.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FAE2F46-D572-475A-9571-C239ECB1285B}"/>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B892A0-FE58-4CC1-80C3-9415C3A321AE}"/>
              </a:ext>
            </a:extLst>
          </p:cNvPr>
          <p:cNvSpPr>
            <a:spLocks xmlns:a="http://schemas.openxmlformats.org/drawingml/2006/main" noGrp="1"/>
          </p:cNvSpPr>
          <p:nvPr/>
        </p:nvSpPr>
        <p:spPr>
          <a:xfrm xmlns:a="http://schemas.openxmlformats.org/drawingml/2006/main">
            <a:off x="609600" y="800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C40"/>
                </a:solidFill>
                <a:latin typeface="DejaVu Sans"/>
                <a:ea typeface="DejaVu Sans"/>
                <a:cs typeface="DejaVu Sans"/>
              </a:defRPr>
            </a:defPPr>
            <a:lvl1pPr>
              <a:buNone/>
              <a:defRPr sz="2850" b="1">
                <a:solidFill>
                  <a:srgbClr val="172C40"/>
                </a:solidFill>
                <a:latin typeface="DejaVu Sans"/>
                <a:ea typeface="DejaVu Sans"/>
                <a:cs typeface="DejaVu Sans"/>
              </a:defRPr>
            </a:lvl1pPr>
            <a:lvl2pPr>
              <a:buNone/>
              <a:defRPr sz="2850" b="1">
                <a:solidFill>
                  <a:srgbClr val="172C40"/>
                </a:solidFill>
                <a:latin typeface="DejaVu Sans"/>
                <a:ea typeface="DejaVu Sans"/>
                <a:cs typeface="DejaVu Sans"/>
              </a:defRPr>
            </a:lvl2pPr>
            <a:lvl3pPr>
              <a:buNone/>
              <a:defRPr sz="2850" b="1">
                <a:solidFill>
                  <a:srgbClr val="172C40"/>
                </a:solidFill>
                <a:latin typeface="DejaVu Sans"/>
                <a:ea typeface="DejaVu Sans"/>
                <a:cs typeface="DejaVu Sans"/>
              </a:defRPr>
            </a:lvl3pPr>
            <a:lvl4pPr>
              <a:buNone/>
              <a:defRPr sz="2850" b="1">
                <a:solidFill>
                  <a:srgbClr val="172C40"/>
                </a:solidFill>
                <a:latin typeface="DejaVu Sans"/>
                <a:ea typeface="DejaVu Sans"/>
                <a:cs typeface="DejaVu Sans"/>
              </a:defRPr>
            </a:lvl4pPr>
            <a:lvl5pPr>
              <a:buNone/>
              <a:defRPr sz="2850" b="1">
                <a:solidFill>
                  <a:srgbClr val="172C40"/>
                </a:solidFill>
                <a:latin typeface="DejaVu Sans"/>
                <a:ea typeface="DejaVu Sans"/>
                <a:cs typeface="DejaVu Sans"/>
              </a:defRPr>
            </a:lvl5pPr>
            <a:lvl6pPr>
              <a:buNone/>
              <a:defRPr sz="2850" b="1">
                <a:solidFill>
                  <a:srgbClr val="172C40"/>
                </a:solidFill>
                <a:latin typeface="DejaVu Sans"/>
                <a:ea typeface="DejaVu Sans"/>
                <a:cs typeface="DejaVu Sans"/>
              </a:defRPr>
            </a:lvl6pPr>
            <a:lvl7pPr>
              <a:buNone/>
              <a:defRPr sz="2850" b="1">
                <a:solidFill>
                  <a:srgbClr val="172C40"/>
                </a:solidFill>
                <a:latin typeface="DejaVu Sans"/>
                <a:ea typeface="DejaVu Sans"/>
                <a:cs typeface="DejaVu Sans"/>
              </a:defRPr>
            </a:lvl7pPr>
            <a:lvl8pPr>
              <a:buNone/>
              <a:defRPr sz="2850" b="1">
                <a:solidFill>
                  <a:srgbClr val="172C40"/>
                </a:solidFill>
                <a:latin typeface="DejaVu Sans"/>
                <a:ea typeface="DejaVu Sans"/>
                <a:cs typeface="DejaVu Sans"/>
              </a:defRPr>
            </a:lvl8pPr>
            <a:lvl9pPr>
              <a:buNone/>
              <a:defRPr sz="2850" b="1">
                <a:solidFill>
                  <a:srgbClr val="172C40"/>
                </a:solidFill>
                <a:latin typeface="DejaVu Sans"/>
                <a:ea typeface="DejaVu Sans"/>
                <a:cs typeface="DejaVu Sans"/>
              </a:defRPr>
            </a:lvl9pPr>
          </a:lstStyle>
          <a:p xmlns:a="http://schemas.openxmlformats.org/drawingml/2006/main">
            <a:pPr>
              <a:buNone/>
              <a:defRPr sz="2850" b="1">
                <a:solidFill>
                  <a:srgbClr val="172C40"/>
                </a:solidFill>
                <a:latin typeface="DejaVu Sans"/>
                <a:ea typeface="DejaVu Sans"/>
                <a:cs typeface="DejaVu Sans"/>
              </a:defRPr>
            </a:pPr>
            <a:r>
              <a:rPr sz="2850" b="1">
                <a:solidFill>
                  <a:srgbClr val="172C40"/>
                </a:solidFill>
                <a:latin typeface="DejaVu Sans"/>
                <a:ea typeface="DejaVu Sans"/>
                <a:cs typeface="DejaVu Sans"/>
              </a:rPr>
              <a:t>Preliminary technology alternatives</a:t>
            </a:r>
          </a:p>
        </p:txBody>
      </p:sp>
      <p:sp>
        <p:nvSpPr>
          <p:cNvPr id="3" name="">
            <a:extLst xmlns:a="http://schemas.openxmlformats.org/drawingml/2006/main">
              <a:ext uri="{FF2B5EF4-FFF2-40B4-BE49-F238E27FC236}">
                <a16:creationId xmlns:a16="http://schemas.microsoft.com/office/drawing/2014/main" id="{4A692CC2-41EE-48B3-8CB7-84ECB89D7B8E}"/>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E27F6CF-7B04-4986-AD13-41995AB6048F}"/>
              </a:ext>
            </a:extLst>
          </p:cNvPr>
          <p:cNvSpPr>
            <a:spLocks xmlns:a="http://schemas.openxmlformats.org/drawingml/2006/main" noGrp="1"/>
          </p:cNvSpPr>
          <p:nvPr/>
        </p:nvSpPr>
        <p:spPr>
          <a:xfrm xmlns:a="http://schemas.openxmlformats.org/drawingml/2006/main">
            <a:off x="609600" y="6238875"/>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5 Technology / Three decisions with two or three alternatives each</a:t>
            </a:r>
          </a:p>
        </p:txBody>
      </p:sp>
      <p:sp>
        <p:nvSpPr>
          <p:cNvPr id="5" name="">
            <a:extLst xmlns:a="http://schemas.openxmlformats.org/drawingml/2006/main">
              <a:ext uri="{FF2B5EF4-FFF2-40B4-BE49-F238E27FC236}">
                <a16:creationId xmlns:a16="http://schemas.microsoft.com/office/drawing/2014/main" id="{0D1D50DE-523B-4DEB-BC17-0B163E59261A}"/>
              </a:ext>
            </a:extLst>
          </p:cNvPr>
          <p:cNvSpPr>
            <a:spLocks xmlns:a="http://schemas.openxmlformats.org/drawingml/2006/main" noGrp="1"/>
          </p:cNvSpPr>
          <p:nvPr/>
        </p:nvSpPr>
        <p:spPr>
          <a:xfrm xmlns:a="http://schemas.openxmlformats.org/drawingml/2006/main">
            <a:off x="11125200" y="6219825"/>
            <a:ext cx="45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05</a:t>
            </a:r>
          </a:p>
        </p:txBody>
      </p:sp>
      <p:sp>
        <p:nvSpPr>
          <p:cNvPr id="6" name="">
            <a:extLst xmlns:a="http://schemas.openxmlformats.org/drawingml/2006/main">
              <a:ext uri="{FF2B5EF4-FFF2-40B4-BE49-F238E27FC236}">
                <a16:creationId xmlns:a16="http://schemas.microsoft.com/office/drawing/2014/main" id="{1B789163-FF54-4C66-BC6E-1D0C5E7E333E}"/>
              </a:ext>
            </a:extLst>
          </p:cNvPr>
          <p:cNvSpPr>
            <a:spLocks xmlns:a="http://schemas.openxmlformats.org/drawingml/2006/main" noGrp="1"/>
          </p:cNvSpPr>
          <p:nvPr/>
        </p:nvSpPr>
        <p:spPr>
          <a:xfrm xmlns:a="http://schemas.openxmlformats.org/drawingml/2006/main">
            <a:off x="609600" y="1809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7" name="">
            <a:extLst xmlns:a="http://schemas.openxmlformats.org/drawingml/2006/main">
              <a:ext uri="{FF2B5EF4-FFF2-40B4-BE49-F238E27FC236}">
                <a16:creationId xmlns:a16="http://schemas.microsoft.com/office/drawing/2014/main" id="{D85D45B1-CB24-4716-AFDB-30F2C4EB3AB0}"/>
              </a:ext>
            </a:extLst>
          </p:cNvPr>
          <p:cNvSpPr>
            <a:spLocks xmlns:a="http://schemas.openxmlformats.org/drawingml/2006/main" noGrp="1"/>
          </p:cNvSpPr>
          <p:nvPr/>
        </p:nvSpPr>
        <p:spPr>
          <a:xfrm xmlns:a="http://schemas.openxmlformats.org/drawingml/2006/main">
            <a:off x="609600" y="22479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8" name="">
            <a:extLst xmlns:a="http://schemas.openxmlformats.org/drawingml/2006/main">
              <a:ext uri="{FF2B5EF4-FFF2-40B4-BE49-F238E27FC236}">
                <a16:creationId xmlns:a16="http://schemas.microsoft.com/office/drawing/2014/main" id="{3DF28E29-392D-48A9-8C05-36D62362FD35}"/>
              </a:ext>
            </a:extLst>
          </p:cNvPr>
          <p:cNvSpPr>
            <a:spLocks xmlns:a="http://schemas.openxmlformats.org/drawingml/2006/main" noGrp="1"/>
          </p:cNvSpPr>
          <p:nvPr/>
        </p:nvSpPr>
        <p:spPr>
          <a:xfrm xmlns:a="http://schemas.openxmlformats.org/drawingml/2006/main">
            <a:off x="609600" y="32099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9" name="">
            <a:extLst xmlns:a="http://schemas.openxmlformats.org/drawingml/2006/main">
              <a:ext uri="{FF2B5EF4-FFF2-40B4-BE49-F238E27FC236}">
                <a16:creationId xmlns:a16="http://schemas.microsoft.com/office/drawing/2014/main" id="{EA043C7D-CD6B-41BE-B27F-32C1C96A9BB1}"/>
              </a:ext>
            </a:extLst>
          </p:cNvPr>
          <p:cNvSpPr>
            <a:spLocks xmlns:a="http://schemas.openxmlformats.org/drawingml/2006/main" noGrp="1"/>
          </p:cNvSpPr>
          <p:nvPr/>
        </p:nvSpPr>
        <p:spPr>
          <a:xfrm xmlns:a="http://schemas.openxmlformats.org/drawingml/2006/main">
            <a:off x="609600" y="36480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10" name="">
            <a:extLst xmlns:a="http://schemas.openxmlformats.org/drawingml/2006/main">
              <a:ext uri="{FF2B5EF4-FFF2-40B4-BE49-F238E27FC236}">
                <a16:creationId xmlns:a16="http://schemas.microsoft.com/office/drawing/2014/main" id="{5CADEE84-2BFB-44D7-B463-8255FB5E3277}"/>
              </a:ext>
            </a:extLst>
          </p:cNvPr>
          <p:cNvSpPr>
            <a:spLocks xmlns:a="http://schemas.openxmlformats.org/drawingml/2006/main" noGrp="1"/>
          </p:cNvSpPr>
          <p:nvPr/>
        </p:nvSpPr>
        <p:spPr>
          <a:xfrm xmlns:a="http://schemas.openxmlformats.org/drawingml/2006/main">
            <a:off x="609600" y="46101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11" name="">
            <a:extLst xmlns:a="http://schemas.openxmlformats.org/drawingml/2006/main">
              <a:ext uri="{FF2B5EF4-FFF2-40B4-BE49-F238E27FC236}">
                <a16:creationId xmlns:a16="http://schemas.microsoft.com/office/drawing/2014/main" id="{2682AAC4-3E8E-47B3-90D1-19E27D91E308}"/>
              </a:ext>
            </a:extLst>
          </p:cNvPr>
          <p:cNvSpPr>
            <a:spLocks xmlns:a="http://schemas.openxmlformats.org/drawingml/2006/main" noGrp="1"/>
          </p:cNvSpPr>
          <p:nvPr/>
        </p:nvSpPr>
        <p:spPr>
          <a:xfrm xmlns:a="http://schemas.openxmlformats.org/drawingml/2006/main">
            <a:off x="609600" y="5048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13" name="">
            <a:extLst xmlns:a="http://schemas.openxmlformats.org/drawingml/2006/main">
              <a:ext uri="{FF2B5EF4-FFF2-40B4-BE49-F238E27FC236}">
                <a16:creationId xmlns:a16="http://schemas.microsoft.com/office/drawing/2014/main" id="{2A9ABFEC-397B-4199-9BF2-D2D9B2F5F0E9}"/>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Three implementation decisions to test</a:t>
            </a:r>
          </a:p>
        </p:txBody>
      </p:sp>
      <p:sp>
        <p:nvSpPr>
          <p:cNvPr id="14" name="">
            <a:extLst xmlns:a="http://schemas.openxmlformats.org/drawingml/2006/main">
              <a:ext uri="{FF2B5EF4-FFF2-40B4-BE49-F238E27FC236}">
                <a16:creationId xmlns:a16="http://schemas.microsoft.com/office/drawing/2014/main" id="{69E26408-A5F6-421E-BB62-65DAD85674AD}"/>
              </a:ext>
            </a:extLst>
          </p:cNvPr>
          <p:cNvSpPr>
            <a:spLocks xmlns:a="http://schemas.openxmlformats.org/drawingml/2006/main" noGrp="1"/>
          </p:cNvSpPr>
          <p:nvPr/>
        </p:nvSpPr>
        <p:spPr>
          <a:xfrm xmlns:a="http://schemas.openxmlformats.org/drawingml/2006/main">
            <a:off x="609600" y="2305050"/>
            <a:ext cx="9525" cy="34861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37DAB76-FE8E-4F7B-8AFC-A3CBC311528E}"/>
              </a:ext>
            </a:extLst>
          </p:cNvPr>
          <p:cNvSpPr>
            <a:spLocks xmlns:a="http://schemas.openxmlformats.org/drawingml/2006/main" noGrp="1"/>
          </p:cNvSpPr>
          <p:nvPr/>
        </p:nvSpPr>
        <p:spPr>
          <a:xfrm xmlns:a="http://schemas.openxmlformats.org/drawingml/2006/main">
            <a:off x="3086100" y="2305050"/>
            <a:ext cx="9525" cy="34861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4C60CB5-0E81-4E6B-B7E4-1352CE0EF99B}"/>
              </a:ext>
            </a:extLst>
          </p:cNvPr>
          <p:cNvSpPr>
            <a:spLocks xmlns:a="http://schemas.openxmlformats.org/drawingml/2006/main" noGrp="1"/>
          </p:cNvSpPr>
          <p:nvPr/>
        </p:nvSpPr>
        <p:spPr>
          <a:xfrm xmlns:a="http://schemas.openxmlformats.org/drawingml/2006/main">
            <a:off x="7239000" y="2305050"/>
            <a:ext cx="9525" cy="34861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F9833B0-9189-4084-8C7D-A3DA6A5A4ED5}"/>
              </a:ext>
            </a:extLst>
          </p:cNvPr>
          <p:cNvSpPr>
            <a:spLocks xmlns:a="http://schemas.openxmlformats.org/drawingml/2006/main" noGrp="1"/>
          </p:cNvSpPr>
          <p:nvPr/>
        </p:nvSpPr>
        <p:spPr>
          <a:xfrm xmlns:a="http://schemas.openxmlformats.org/drawingml/2006/main">
            <a:off x="11582400" y="2305050"/>
            <a:ext cx="9525" cy="3486150"/>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334ACCF-4D3A-446D-BCBB-0A51C8705DED}"/>
              </a:ext>
            </a:extLst>
          </p:cNvPr>
          <p:cNvSpPr>
            <a:spLocks xmlns:a="http://schemas.openxmlformats.org/drawingml/2006/main" noGrp="1"/>
          </p:cNvSpPr>
          <p:nvPr/>
        </p:nvSpPr>
        <p:spPr>
          <a:xfrm xmlns:a="http://schemas.openxmlformats.org/drawingml/2006/main">
            <a:off x="609600" y="230505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DFCE8F5-6B18-4130-A83F-20F10FC435A3}"/>
              </a:ext>
            </a:extLst>
          </p:cNvPr>
          <p:cNvSpPr>
            <a:spLocks xmlns:a="http://schemas.openxmlformats.org/drawingml/2006/main" noGrp="1"/>
          </p:cNvSpPr>
          <p:nvPr/>
        </p:nvSpPr>
        <p:spPr>
          <a:xfrm xmlns:a="http://schemas.openxmlformats.org/drawingml/2006/main">
            <a:off x="609600" y="264795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2596D12-F5E8-42DE-96BA-1D75EE5F593A}"/>
              </a:ext>
            </a:extLst>
          </p:cNvPr>
          <p:cNvSpPr>
            <a:spLocks xmlns:a="http://schemas.openxmlformats.org/drawingml/2006/main" noGrp="1"/>
          </p:cNvSpPr>
          <p:nvPr/>
        </p:nvSpPr>
        <p:spPr>
          <a:xfrm xmlns:a="http://schemas.openxmlformats.org/drawingml/2006/main">
            <a:off x="609600" y="36957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7B43414-DA4D-4C08-AC69-85D1A79A63E0}"/>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7E8B406-6973-4171-A1C9-424AFC83E498}"/>
              </a:ext>
            </a:extLst>
          </p:cNvPr>
          <p:cNvSpPr>
            <a:spLocks xmlns:a="http://schemas.openxmlformats.org/drawingml/2006/main" noGrp="1"/>
          </p:cNvSpPr>
          <p:nvPr/>
        </p:nvSpPr>
        <p:spPr>
          <a:xfrm xmlns:a="http://schemas.openxmlformats.org/drawingml/2006/main">
            <a:off x="609600" y="57912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D7DBBCF-A5EC-4DD5-BABC-89445EF98FC5}"/>
              </a:ext>
            </a:extLst>
          </p:cNvPr>
          <p:cNvSpPr>
            <a:spLocks xmlns:a="http://schemas.openxmlformats.org/drawingml/2006/main" noGrp="1"/>
          </p:cNvSpPr>
          <p:nvPr/>
        </p:nvSpPr>
        <p:spPr>
          <a:xfrm xmlns:a="http://schemas.openxmlformats.org/drawingml/2006/main">
            <a:off x="742950" y="23812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526474"/>
                </a:solidFill>
                <a:latin typeface="DejaVu Sans"/>
                <a:ea typeface="DejaVu Sans"/>
                <a:cs typeface="DejaVu Sans"/>
              </a:defRPr>
            </a:defPPr>
            <a:lvl1pPr>
              <a:buNone/>
              <a:defRPr sz="1350" b="1">
                <a:solidFill>
                  <a:srgbClr val="526474"/>
                </a:solidFill>
                <a:latin typeface="DejaVu Sans"/>
                <a:ea typeface="DejaVu Sans"/>
                <a:cs typeface="DejaVu Sans"/>
              </a:defRPr>
            </a:lvl1pPr>
            <a:lvl2pPr>
              <a:buNone/>
              <a:defRPr sz="1350" b="1">
                <a:solidFill>
                  <a:srgbClr val="526474"/>
                </a:solidFill>
                <a:latin typeface="DejaVu Sans"/>
                <a:ea typeface="DejaVu Sans"/>
                <a:cs typeface="DejaVu Sans"/>
              </a:defRPr>
            </a:lvl2pPr>
            <a:lvl3pPr>
              <a:buNone/>
              <a:defRPr sz="1350" b="1">
                <a:solidFill>
                  <a:srgbClr val="526474"/>
                </a:solidFill>
                <a:latin typeface="DejaVu Sans"/>
                <a:ea typeface="DejaVu Sans"/>
                <a:cs typeface="DejaVu Sans"/>
              </a:defRPr>
            </a:lvl3pPr>
            <a:lvl4pPr>
              <a:buNone/>
              <a:defRPr sz="1350" b="1">
                <a:solidFill>
                  <a:srgbClr val="526474"/>
                </a:solidFill>
                <a:latin typeface="DejaVu Sans"/>
                <a:ea typeface="DejaVu Sans"/>
                <a:cs typeface="DejaVu Sans"/>
              </a:defRPr>
            </a:lvl4pPr>
            <a:lvl5pPr>
              <a:buNone/>
              <a:defRPr sz="1350" b="1">
                <a:solidFill>
                  <a:srgbClr val="526474"/>
                </a:solidFill>
                <a:latin typeface="DejaVu Sans"/>
                <a:ea typeface="DejaVu Sans"/>
                <a:cs typeface="DejaVu Sans"/>
              </a:defRPr>
            </a:lvl5pPr>
            <a:lvl6pPr>
              <a:buNone/>
              <a:defRPr sz="1350" b="1">
                <a:solidFill>
                  <a:srgbClr val="526474"/>
                </a:solidFill>
                <a:latin typeface="DejaVu Sans"/>
                <a:ea typeface="DejaVu Sans"/>
                <a:cs typeface="DejaVu Sans"/>
              </a:defRPr>
            </a:lvl6pPr>
            <a:lvl7pPr>
              <a:buNone/>
              <a:defRPr sz="1350" b="1">
                <a:solidFill>
                  <a:srgbClr val="526474"/>
                </a:solidFill>
                <a:latin typeface="DejaVu Sans"/>
                <a:ea typeface="DejaVu Sans"/>
                <a:cs typeface="DejaVu Sans"/>
              </a:defRPr>
            </a:lvl7pPr>
            <a:lvl8pPr>
              <a:buNone/>
              <a:defRPr sz="1350" b="1">
                <a:solidFill>
                  <a:srgbClr val="526474"/>
                </a:solidFill>
                <a:latin typeface="DejaVu Sans"/>
                <a:ea typeface="DejaVu Sans"/>
                <a:cs typeface="DejaVu Sans"/>
              </a:defRPr>
            </a:lvl8pPr>
            <a:lvl9pPr>
              <a:buNone/>
              <a:defRPr sz="1350" b="1">
                <a:solidFill>
                  <a:srgbClr val="526474"/>
                </a:solidFill>
                <a:latin typeface="DejaVu Sans"/>
                <a:ea typeface="DejaVu Sans"/>
                <a:cs typeface="DejaVu Sans"/>
              </a:defRPr>
            </a:lvl9pPr>
          </a:lstStyle>
          <a:p xmlns:a="http://schemas.openxmlformats.org/drawingml/2006/main">
            <a:pPr>
              <a:buNone/>
              <a:defRPr sz="1350" b="1">
                <a:solidFill>
                  <a:srgbClr val="526474"/>
                </a:solidFill>
                <a:latin typeface="DejaVu Sans"/>
                <a:ea typeface="DejaVu Sans"/>
                <a:cs typeface="DejaVu Sans"/>
              </a:defRPr>
            </a:pPr>
            <a:r>
              <a:rPr sz="1350" b="1">
                <a:solidFill>
                  <a:srgbClr val="526474"/>
                </a:solidFill>
                <a:latin typeface="DejaVu Sans"/>
                <a:ea typeface="DejaVu Sans"/>
                <a:cs typeface="DejaVu Sans"/>
              </a:rPr>
              <a:t>Decision</a:t>
            </a:r>
          </a:p>
        </p:txBody>
      </p:sp>
      <p:sp>
        <p:nvSpPr>
          <p:cNvPr id="24" name="">
            <a:extLst xmlns:a="http://schemas.openxmlformats.org/drawingml/2006/main">
              <a:ext uri="{FF2B5EF4-FFF2-40B4-BE49-F238E27FC236}">
                <a16:creationId xmlns:a16="http://schemas.microsoft.com/office/drawing/2014/main" id="{7DDF1AA9-8075-4055-B8FE-F8A69C58DE82}"/>
              </a:ext>
            </a:extLst>
          </p:cNvPr>
          <p:cNvSpPr>
            <a:spLocks xmlns:a="http://schemas.openxmlformats.org/drawingml/2006/main" noGrp="1"/>
          </p:cNvSpPr>
          <p:nvPr/>
        </p:nvSpPr>
        <p:spPr>
          <a:xfrm xmlns:a="http://schemas.openxmlformats.org/drawingml/2006/main">
            <a:off x="3238500" y="2381250"/>
            <a:ext cx="3829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526474"/>
                </a:solidFill>
                <a:latin typeface="DejaVu Sans"/>
                <a:ea typeface="DejaVu Sans"/>
                <a:cs typeface="DejaVu Sans"/>
              </a:defRPr>
            </a:defPPr>
            <a:lvl1pPr>
              <a:buNone/>
              <a:defRPr sz="1350" b="1">
                <a:solidFill>
                  <a:srgbClr val="526474"/>
                </a:solidFill>
                <a:latin typeface="DejaVu Sans"/>
                <a:ea typeface="DejaVu Sans"/>
                <a:cs typeface="DejaVu Sans"/>
              </a:defRPr>
            </a:lvl1pPr>
            <a:lvl2pPr>
              <a:buNone/>
              <a:defRPr sz="1350" b="1">
                <a:solidFill>
                  <a:srgbClr val="526474"/>
                </a:solidFill>
                <a:latin typeface="DejaVu Sans"/>
                <a:ea typeface="DejaVu Sans"/>
                <a:cs typeface="DejaVu Sans"/>
              </a:defRPr>
            </a:lvl2pPr>
            <a:lvl3pPr>
              <a:buNone/>
              <a:defRPr sz="1350" b="1">
                <a:solidFill>
                  <a:srgbClr val="526474"/>
                </a:solidFill>
                <a:latin typeface="DejaVu Sans"/>
                <a:ea typeface="DejaVu Sans"/>
                <a:cs typeface="DejaVu Sans"/>
              </a:defRPr>
            </a:lvl3pPr>
            <a:lvl4pPr>
              <a:buNone/>
              <a:defRPr sz="1350" b="1">
                <a:solidFill>
                  <a:srgbClr val="526474"/>
                </a:solidFill>
                <a:latin typeface="DejaVu Sans"/>
                <a:ea typeface="DejaVu Sans"/>
                <a:cs typeface="DejaVu Sans"/>
              </a:defRPr>
            </a:lvl4pPr>
            <a:lvl5pPr>
              <a:buNone/>
              <a:defRPr sz="1350" b="1">
                <a:solidFill>
                  <a:srgbClr val="526474"/>
                </a:solidFill>
                <a:latin typeface="DejaVu Sans"/>
                <a:ea typeface="DejaVu Sans"/>
                <a:cs typeface="DejaVu Sans"/>
              </a:defRPr>
            </a:lvl5pPr>
            <a:lvl6pPr>
              <a:buNone/>
              <a:defRPr sz="1350" b="1">
                <a:solidFill>
                  <a:srgbClr val="526474"/>
                </a:solidFill>
                <a:latin typeface="DejaVu Sans"/>
                <a:ea typeface="DejaVu Sans"/>
                <a:cs typeface="DejaVu Sans"/>
              </a:defRPr>
            </a:lvl6pPr>
            <a:lvl7pPr>
              <a:buNone/>
              <a:defRPr sz="1350" b="1">
                <a:solidFill>
                  <a:srgbClr val="526474"/>
                </a:solidFill>
                <a:latin typeface="DejaVu Sans"/>
                <a:ea typeface="DejaVu Sans"/>
                <a:cs typeface="DejaVu Sans"/>
              </a:defRPr>
            </a:lvl7pPr>
            <a:lvl8pPr>
              <a:buNone/>
              <a:defRPr sz="1350" b="1">
                <a:solidFill>
                  <a:srgbClr val="526474"/>
                </a:solidFill>
                <a:latin typeface="DejaVu Sans"/>
                <a:ea typeface="DejaVu Sans"/>
                <a:cs typeface="DejaVu Sans"/>
              </a:defRPr>
            </a:lvl8pPr>
            <a:lvl9pPr>
              <a:buNone/>
              <a:defRPr sz="1350" b="1">
                <a:solidFill>
                  <a:srgbClr val="526474"/>
                </a:solidFill>
                <a:latin typeface="DejaVu Sans"/>
                <a:ea typeface="DejaVu Sans"/>
                <a:cs typeface="DejaVu Sans"/>
              </a:defRPr>
            </a:lvl9pPr>
          </a:lstStyle>
          <a:p xmlns:a="http://schemas.openxmlformats.org/drawingml/2006/main">
            <a:pPr>
              <a:buNone/>
              <a:defRPr sz="1350" b="1">
                <a:solidFill>
                  <a:srgbClr val="526474"/>
                </a:solidFill>
                <a:latin typeface="DejaVu Sans"/>
                <a:ea typeface="DejaVu Sans"/>
                <a:cs typeface="DejaVu Sans"/>
              </a:defRPr>
            </a:pPr>
            <a:r>
              <a:rPr sz="1350" b="1">
                <a:solidFill>
                  <a:srgbClr val="526474"/>
                </a:solidFill>
                <a:latin typeface="DejaVu Sans"/>
                <a:ea typeface="DejaVu Sans"/>
                <a:cs typeface="DejaVu Sans"/>
              </a:rPr>
              <a:t>Alternatives</a:t>
            </a:r>
          </a:p>
        </p:txBody>
      </p:sp>
      <p:sp>
        <p:nvSpPr>
          <p:cNvPr id="25" name="">
            <a:extLst xmlns:a="http://schemas.openxmlformats.org/drawingml/2006/main">
              <a:ext uri="{FF2B5EF4-FFF2-40B4-BE49-F238E27FC236}">
                <a16:creationId xmlns:a16="http://schemas.microsoft.com/office/drawing/2014/main" id="{47341079-8875-4D25-B86A-5CF869225D58}"/>
              </a:ext>
            </a:extLst>
          </p:cNvPr>
          <p:cNvSpPr>
            <a:spLocks xmlns:a="http://schemas.openxmlformats.org/drawingml/2006/main" noGrp="1"/>
          </p:cNvSpPr>
          <p:nvPr/>
        </p:nvSpPr>
        <p:spPr>
          <a:xfrm xmlns:a="http://schemas.openxmlformats.org/drawingml/2006/main">
            <a:off x="7391400" y="23812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526474"/>
                </a:solidFill>
                <a:latin typeface="DejaVu Sans"/>
                <a:ea typeface="DejaVu Sans"/>
                <a:cs typeface="DejaVu Sans"/>
              </a:defRPr>
            </a:defPPr>
            <a:lvl1pPr>
              <a:buNone/>
              <a:defRPr sz="1350" b="1">
                <a:solidFill>
                  <a:srgbClr val="526474"/>
                </a:solidFill>
                <a:latin typeface="DejaVu Sans"/>
                <a:ea typeface="DejaVu Sans"/>
                <a:cs typeface="DejaVu Sans"/>
              </a:defRPr>
            </a:lvl1pPr>
            <a:lvl2pPr>
              <a:buNone/>
              <a:defRPr sz="1350" b="1">
                <a:solidFill>
                  <a:srgbClr val="526474"/>
                </a:solidFill>
                <a:latin typeface="DejaVu Sans"/>
                <a:ea typeface="DejaVu Sans"/>
                <a:cs typeface="DejaVu Sans"/>
              </a:defRPr>
            </a:lvl2pPr>
            <a:lvl3pPr>
              <a:buNone/>
              <a:defRPr sz="1350" b="1">
                <a:solidFill>
                  <a:srgbClr val="526474"/>
                </a:solidFill>
                <a:latin typeface="DejaVu Sans"/>
                <a:ea typeface="DejaVu Sans"/>
                <a:cs typeface="DejaVu Sans"/>
              </a:defRPr>
            </a:lvl3pPr>
            <a:lvl4pPr>
              <a:buNone/>
              <a:defRPr sz="1350" b="1">
                <a:solidFill>
                  <a:srgbClr val="526474"/>
                </a:solidFill>
                <a:latin typeface="DejaVu Sans"/>
                <a:ea typeface="DejaVu Sans"/>
                <a:cs typeface="DejaVu Sans"/>
              </a:defRPr>
            </a:lvl4pPr>
            <a:lvl5pPr>
              <a:buNone/>
              <a:defRPr sz="1350" b="1">
                <a:solidFill>
                  <a:srgbClr val="526474"/>
                </a:solidFill>
                <a:latin typeface="DejaVu Sans"/>
                <a:ea typeface="DejaVu Sans"/>
                <a:cs typeface="DejaVu Sans"/>
              </a:defRPr>
            </a:lvl5pPr>
            <a:lvl6pPr>
              <a:buNone/>
              <a:defRPr sz="1350" b="1">
                <a:solidFill>
                  <a:srgbClr val="526474"/>
                </a:solidFill>
                <a:latin typeface="DejaVu Sans"/>
                <a:ea typeface="DejaVu Sans"/>
                <a:cs typeface="DejaVu Sans"/>
              </a:defRPr>
            </a:lvl6pPr>
            <a:lvl7pPr>
              <a:buNone/>
              <a:defRPr sz="1350" b="1">
                <a:solidFill>
                  <a:srgbClr val="526474"/>
                </a:solidFill>
                <a:latin typeface="DejaVu Sans"/>
                <a:ea typeface="DejaVu Sans"/>
                <a:cs typeface="DejaVu Sans"/>
              </a:defRPr>
            </a:lvl7pPr>
            <a:lvl8pPr>
              <a:buNone/>
              <a:defRPr sz="1350" b="1">
                <a:solidFill>
                  <a:srgbClr val="526474"/>
                </a:solidFill>
                <a:latin typeface="DejaVu Sans"/>
                <a:ea typeface="DejaVu Sans"/>
                <a:cs typeface="DejaVu Sans"/>
              </a:defRPr>
            </a:lvl8pPr>
            <a:lvl9pPr>
              <a:buNone/>
              <a:defRPr sz="1350" b="1">
                <a:solidFill>
                  <a:srgbClr val="526474"/>
                </a:solidFill>
                <a:latin typeface="DejaVu Sans"/>
                <a:ea typeface="DejaVu Sans"/>
                <a:cs typeface="DejaVu Sans"/>
              </a:defRPr>
            </a:lvl9pPr>
          </a:lstStyle>
          <a:p xmlns:a="http://schemas.openxmlformats.org/drawingml/2006/main">
            <a:pPr>
              <a:buNone/>
              <a:defRPr sz="1350" b="1">
                <a:solidFill>
                  <a:srgbClr val="526474"/>
                </a:solidFill>
                <a:latin typeface="DejaVu Sans"/>
                <a:ea typeface="DejaVu Sans"/>
                <a:cs typeface="DejaVu Sans"/>
              </a:defRPr>
            </a:pPr>
            <a:r>
              <a:rPr sz="1350" b="1">
                <a:solidFill>
                  <a:srgbClr val="526474"/>
                </a:solidFill>
                <a:latin typeface="DejaVu Sans"/>
                <a:ea typeface="DejaVu Sans"/>
                <a:cs typeface="DejaVu Sans"/>
              </a:rPr>
              <a:t>Selection basis / next test</a:t>
            </a:r>
          </a:p>
        </p:txBody>
      </p:sp>
      <p:sp>
        <p:nvSpPr>
          <p:cNvPr id="26" name="">
            <a:extLst xmlns:a="http://schemas.openxmlformats.org/drawingml/2006/main">
              <a:ext uri="{FF2B5EF4-FFF2-40B4-BE49-F238E27FC236}">
                <a16:creationId xmlns:a16="http://schemas.microsoft.com/office/drawing/2014/main" id="{F714700E-8099-42C4-BD1E-D444F25003B1}"/>
              </a:ext>
            </a:extLst>
          </p:cNvPr>
          <p:cNvSpPr>
            <a:spLocks xmlns:a="http://schemas.openxmlformats.org/drawingml/2006/main" noGrp="1"/>
          </p:cNvSpPr>
          <p:nvPr/>
        </p:nvSpPr>
        <p:spPr>
          <a:xfrm xmlns:a="http://schemas.openxmlformats.org/drawingml/2006/main">
            <a:off x="742950" y="2800350"/>
            <a:ext cx="2190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Server and jobs</a:t>
            </a:r>
          </a:p>
        </p:txBody>
      </p:sp>
      <p:sp>
        <p:nvSpPr>
          <p:cNvPr id="27" name="">
            <a:extLst xmlns:a="http://schemas.openxmlformats.org/drawingml/2006/main">
              <a:ext uri="{FF2B5EF4-FFF2-40B4-BE49-F238E27FC236}">
                <a16:creationId xmlns:a16="http://schemas.microsoft.com/office/drawing/2014/main" id="{DF7D32FB-A1D4-4878-8474-E28144692152}"/>
              </a:ext>
            </a:extLst>
          </p:cNvPr>
          <p:cNvSpPr>
            <a:spLocks xmlns:a="http://schemas.openxmlformats.org/drawingml/2006/main" noGrp="1"/>
          </p:cNvSpPr>
          <p:nvPr/>
        </p:nvSpPr>
        <p:spPr>
          <a:xfrm xmlns:a="http://schemas.openxmlformats.org/drawingml/2006/main">
            <a:off x="3238500" y="2800350"/>
            <a:ext cx="38290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Spring Boot + RabbitMQ</a:t>
            </a:r>
          </a:p>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FastAPI + Celery</a:t>
            </a:r>
          </a:p>
        </p:txBody>
      </p:sp>
      <p:sp>
        <p:nvSpPr>
          <p:cNvPr id="28" name="">
            <a:extLst xmlns:a="http://schemas.openxmlformats.org/drawingml/2006/main">
              <a:ext uri="{FF2B5EF4-FFF2-40B4-BE49-F238E27FC236}">
                <a16:creationId xmlns:a16="http://schemas.microsoft.com/office/drawing/2014/main" id="{D1E0EDBD-8617-4C3E-BAFA-429176E79AC1}"/>
              </a:ext>
            </a:extLst>
          </p:cNvPr>
          <p:cNvSpPr>
            <a:spLocks xmlns:a="http://schemas.openxmlformats.org/drawingml/2006/main" noGrp="1"/>
          </p:cNvSpPr>
          <p:nvPr/>
        </p:nvSpPr>
        <p:spPr>
          <a:xfrm xmlns:a="http://schemas.openxmlformats.org/drawingml/2006/main">
            <a:off x="7391400" y="2800350"/>
            <a:ext cx="4000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Durable jobs and team experience</a:t>
            </a:r>
          </a:p>
        </p:txBody>
      </p:sp>
      <p:sp>
        <p:nvSpPr>
          <p:cNvPr id="29" name="">
            <a:extLst xmlns:a="http://schemas.openxmlformats.org/drawingml/2006/main">
              <a:ext uri="{FF2B5EF4-FFF2-40B4-BE49-F238E27FC236}">
                <a16:creationId xmlns:a16="http://schemas.microsoft.com/office/drawing/2014/main" id="{66147455-EC7A-44FF-986F-54CC61C0ADE6}"/>
              </a:ext>
            </a:extLst>
          </p:cNvPr>
          <p:cNvSpPr>
            <a:spLocks xmlns:a="http://schemas.openxmlformats.org/drawingml/2006/main" noGrp="1"/>
          </p:cNvSpPr>
          <p:nvPr/>
        </p:nvSpPr>
        <p:spPr>
          <a:xfrm xmlns:a="http://schemas.openxmlformats.org/drawingml/2006/main">
            <a:off x="742950" y="3848100"/>
            <a:ext cx="2190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Generation method</a:t>
            </a:r>
          </a:p>
        </p:txBody>
      </p:sp>
      <p:sp>
        <p:nvSpPr>
          <p:cNvPr id="30" name="">
            <a:extLst xmlns:a="http://schemas.openxmlformats.org/drawingml/2006/main">
              <a:ext uri="{FF2B5EF4-FFF2-40B4-BE49-F238E27FC236}">
                <a16:creationId xmlns:a16="http://schemas.microsoft.com/office/drawing/2014/main" id="{A0E93B6A-B49E-48C0-AA60-E62580869EBA}"/>
              </a:ext>
            </a:extLst>
          </p:cNvPr>
          <p:cNvSpPr>
            <a:spLocks xmlns:a="http://schemas.openxmlformats.org/drawingml/2006/main" noGrp="1"/>
          </p:cNvSpPr>
          <p:nvPr/>
        </p:nvSpPr>
        <p:spPr>
          <a:xfrm xmlns:a="http://schemas.openxmlformats.org/drawingml/2006/main">
            <a:off x="3238500" y="3848100"/>
            <a:ext cx="38290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Direct code · structured data · templates</a:t>
            </a:r>
          </a:p>
        </p:txBody>
      </p:sp>
      <p:sp>
        <p:nvSpPr>
          <p:cNvPr id="31" name="">
            <a:extLst xmlns:a="http://schemas.openxmlformats.org/drawingml/2006/main">
              <a:ext uri="{FF2B5EF4-FFF2-40B4-BE49-F238E27FC236}">
                <a16:creationId xmlns:a16="http://schemas.microsoft.com/office/drawing/2014/main" id="{C19AE6B5-1162-456A-BF30-08506A630A0C}"/>
              </a:ext>
            </a:extLst>
          </p:cNvPr>
          <p:cNvSpPr>
            <a:spLocks xmlns:a="http://schemas.openxmlformats.org/drawingml/2006/main" noGrp="1"/>
          </p:cNvSpPr>
          <p:nvPr/>
        </p:nvSpPr>
        <p:spPr>
          <a:xfrm xmlns:a="http://schemas.openxmlformats.org/drawingml/2006/main">
            <a:off x="7391400" y="3848100"/>
            <a:ext cx="4000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Structured data may permit bounded validation</a:t>
            </a:r>
          </a:p>
        </p:txBody>
      </p:sp>
      <p:sp>
        <p:nvSpPr>
          <p:cNvPr id="32" name="">
            <a:extLst xmlns:a="http://schemas.openxmlformats.org/drawingml/2006/main">
              <a:ext uri="{FF2B5EF4-FFF2-40B4-BE49-F238E27FC236}">
                <a16:creationId xmlns:a16="http://schemas.microsoft.com/office/drawing/2014/main" id="{25034051-F3A1-40A8-8B37-E9A2CD704F59}"/>
              </a:ext>
            </a:extLst>
          </p:cNvPr>
          <p:cNvSpPr>
            <a:spLocks xmlns:a="http://schemas.openxmlformats.org/drawingml/2006/main" noGrp="1"/>
          </p:cNvSpPr>
          <p:nvPr/>
        </p:nvSpPr>
        <p:spPr>
          <a:xfrm xmlns:a="http://schemas.openxmlformats.org/drawingml/2006/main">
            <a:off x="742950" y="4895850"/>
            <a:ext cx="2190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Browser runtime</a:t>
            </a:r>
          </a:p>
        </p:txBody>
      </p:sp>
      <p:sp>
        <p:nvSpPr>
          <p:cNvPr id="33" name="">
            <a:extLst xmlns:a="http://schemas.openxmlformats.org/drawingml/2006/main">
              <a:ext uri="{FF2B5EF4-FFF2-40B4-BE49-F238E27FC236}">
                <a16:creationId xmlns:a16="http://schemas.microsoft.com/office/drawing/2014/main" id="{F6542476-7945-441A-89E9-C28B4A986D61}"/>
              </a:ext>
            </a:extLst>
          </p:cNvPr>
          <p:cNvSpPr>
            <a:spLocks xmlns:a="http://schemas.openxmlformats.org/drawingml/2006/main" noGrp="1"/>
          </p:cNvSpPr>
          <p:nvPr/>
        </p:nvSpPr>
        <p:spPr>
          <a:xfrm xmlns:a="http://schemas.openxmlformats.org/drawingml/2006/main">
            <a:off x="3238500" y="4895850"/>
            <a:ext cx="38290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Phaser · PixiJS · Godot web export</a:t>
            </a:r>
          </a:p>
        </p:txBody>
      </p:sp>
      <p:sp>
        <p:nvSpPr>
          <p:cNvPr id="34" name="">
            <a:extLst xmlns:a="http://schemas.openxmlformats.org/drawingml/2006/main">
              <a:ext uri="{FF2B5EF4-FFF2-40B4-BE49-F238E27FC236}">
                <a16:creationId xmlns:a16="http://schemas.microsoft.com/office/drawing/2014/main" id="{A3CFF9CF-EC0B-4550-83D1-D3363AFA0F01}"/>
              </a:ext>
            </a:extLst>
          </p:cNvPr>
          <p:cNvSpPr>
            <a:spLocks xmlns:a="http://schemas.openxmlformats.org/drawingml/2006/main" noGrp="1"/>
          </p:cNvSpPr>
          <p:nvPr/>
        </p:nvSpPr>
        <p:spPr>
          <a:xfrm xmlns:a="http://schemas.openxmlformats.org/drawingml/2006/main">
            <a:off x="7391400" y="4895850"/>
            <a:ext cx="4000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Test Phaser with a manual action-and-ending game</a:t>
            </a:r>
          </a:p>
        </p:txBody>
      </p:sp>
    </p:spTree>
    <p:extLst>
      <p:ext uri="{BB962C8B-B14F-4D97-AF65-F5344CB8AC3E}">
        <p14:creationId xmlns:p14="http://schemas.microsoft.com/office/powerpoint/2010/main" val="815752433"/>
      </p:ext>
    </p:extLst>
  </p:cSld>
</p:sld>
</file>

<file path=ppt/slides/slide6.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9A2C941-8F31-4EB2-869A-3EAB3364AE2E}"/>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483A5B-9544-4831-AC0C-D8A24F18D217}"/>
              </a:ext>
            </a:extLst>
          </p:cNvPr>
          <p:cNvSpPr>
            <a:spLocks xmlns:a="http://schemas.openxmlformats.org/drawingml/2006/main" noGrp="1"/>
          </p:cNvSpPr>
          <p:nvPr/>
        </p:nvSpPr>
        <p:spPr>
          <a:xfrm xmlns:a="http://schemas.openxmlformats.org/drawingml/2006/main">
            <a:off x="609600" y="800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C40"/>
                </a:solidFill>
                <a:latin typeface="DejaVu Sans"/>
                <a:ea typeface="DejaVu Sans"/>
                <a:cs typeface="DejaVu Sans"/>
              </a:defRPr>
            </a:defPPr>
            <a:lvl1pPr>
              <a:buNone/>
              <a:defRPr sz="2850" b="1">
                <a:solidFill>
                  <a:srgbClr val="172C40"/>
                </a:solidFill>
                <a:latin typeface="DejaVu Sans"/>
                <a:ea typeface="DejaVu Sans"/>
                <a:cs typeface="DejaVu Sans"/>
              </a:defRPr>
            </a:lvl1pPr>
            <a:lvl2pPr>
              <a:buNone/>
              <a:defRPr sz="2850" b="1">
                <a:solidFill>
                  <a:srgbClr val="172C40"/>
                </a:solidFill>
                <a:latin typeface="DejaVu Sans"/>
                <a:ea typeface="DejaVu Sans"/>
                <a:cs typeface="DejaVu Sans"/>
              </a:defRPr>
            </a:lvl2pPr>
            <a:lvl3pPr>
              <a:buNone/>
              <a:defRPr sz="2850" b="1">
                <a:solidFill>
                  <a:srgbClr val="172C40"/>
                </a:solidFill>
                <a:latin typeface="DejaVu Sans"/>
                <a:ea typeface="DejaVu Sans"/>
                <a:cs typeface="DejaVu Sans"/>
              </a:defRPr>
            </a:lvl3pPr>
            <a:lvl4pPr>
              <a:buNone/>
              <a:defRPr sz="2850" b="1">
                <a:solidFill>
                  <a:srgbClr val="172C40"/>
                </a:solidFill>
                <a:latin typeface="DejaVu Sans"/>
                <a:ea typeface="DejaVu Sans"/>
                <a:cs typeface="DejaVu Sans"/>
              </a:defRPr>
            </a:lvl4pPr>
            <a:lvl5pPr>
              <a:buNone/>
              <a:defRPr sz="2850" b="1">
                <a:solidFill>
                  <a:srgbClr val="172C40"/>
                </a:solidFill>
                <a:latin typeface="DejaVu Sans"/>
                <a:ea typeface="DejaVu Sans"/>
                <a:cs typeface="DejaVu Sans"/>
              </a:defRPr>
            </a:lvl5pPr>
            <a:lvl6pPr>
              <a:buNone/>
              <a:defRPr sz="2850" b="1">
                <a:solidFill>
                  <a:srgbClr val="172C40"/>
                </a:solidFill>
                <a:latin typeface="DejaVu Sans"/>
                <a:ea typeface="DejaVu Sans"/>
                <a:cs typeface="DejaVu Sans"/>
              </a:defRPr>
            </a:lvl6pPr>
            <a:lvl7pPr>
              <a:buNone/>
              <a:defRPr sz="2850" b="1">
                <a:solidFill>
                  <a:srgbClr val="172C40"/>
                </a:solidFill>
                <a:latin typeface="DejaVu Sans"/>
                <a:ea typeface="DejaVu Sans"/>
                <a:cs typeface="DejaVu Sans"/>
              </a:defRPr>
            </a:lvl7pPr>
            <a:lvl8pPr>
              <a:buNone/>
              <a:defRPr sz="2850" b="1">
                <a:solidFill>
                  <a:srgbClr val="172C40"/>
                </a:solidFill>
                <a:latin typeface="DejaVu Sans"/>
                <a:ea typeface="DejaVu Sans"/>
                <a:cs typeface="DejaVu Sans"/>
              </a:defRPr>
            </a:lvl8pPr>
            <a:lvl9pPr>
              <a:buNone/>
              <a:defRPr sz="2850" b="1">
                <a:solidFill>
                  <a:srgbClr val="172C40"/>
                </a:solidFill>
                <a:latin typeface="DejaVu Sans"/>
                <a:ea typeface="DejaVu Sans"/>
                <a:cs typeface="DejaVu Sans"/>
              </a:defRPr>
            </a:lvl9pPr>
          </a:lstStyle>
          <a:p xmlns:a="http://schemas.openxmlformats.org/drawingml/2006/main">
            <a:pPr>
              <a:buNone/>
              <a:defRPr sz="2850" b="1">
                <a:solidFill>
                  <a:srgbClr val="172C40"/>
                </a:solidFill>
                <a:latin typeface="DejaVu Sans"/>
                <a:ea typeface="DejaVu Sans"/>
                <a:cs typeface="DejaVu Sans"/>
              </a:defRPr>
            </a:pPr>
            <a:r>
              <a:rPr sz="2850" b="1">
                <a:solidFill>
                  <a:srgbClr val="172C40"/>
                </a:solidFill>
                <a:latin typeface="DejaVu Sans"/>
                <a:ea typeface="DejaVu Sans"/>
                <a:cs typeface="DejaVu Sans"/>
              </a:rPr>
              <a:t>Initial requirements and acceptance</a:t>
            </a:r>
          </a:p>
        </p:txBody>
      </p:sp>
      <p:sp>
        <p:nvSpPr>
          <p:cNvPr id="3" name="">
            <a:extLst xmlns:a="http://schemas.openxmlformats.org/drawingml/2006/main">
              <a:ext uri="{FF2B5EF4-FFF2-40B4-BE49-F238E27FC236}">
                <a16:creationId xmlns:a16="http://schemas.microsoft.com/office/drawing/2014/main" id="{A095F2C7-3FAF-4346-A9A0-AE13284CD21E}"/>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2F8DDA-A24E-4F98-9CF1-93B94123D156}"/>
              </a:ext>
            </a:extLst>
          </p:cNvPr>
          <p:cNvSpPr>
            <a:spLocks xmlns:a="http://schemas.openxmlformats.org/drawingml/2006/main" noGrp="1"/>
          </p:cNvSpPr>
          <p:nvPr/>
        </p:nvSpPr>
        <p:spPr>
          <a:xfrm xmlns:a="http://schemas.openxmlformats.org/drawingml/2006/main">
            <a:off x="609600" y="6238875"/>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6 Requirements / Priorities and observable acceptance / Survey provenance pending</a:t>
            </a:r>
          </a:p>
        </p:txBody>
      </p:sp>
      <p:sp>
        <p:nvSpPr>
          <p:cNvPr id="5" name="">
            <a:extLst xmlns:a="http://schemas.openxmlformats.org/drawingml/2006/main">
              <a:ext uri="{FF2B5EF4-FFF2-40B4-BE49-F238E27FC236}">
                <a16:creationId xmlns:a16="http://schemas.microsoft.com/office/drawing/2014/main" id="{3966D156-59F1-4925-B660-34B108141C04}"/>
              </a:ext>
            </a:extLst>
          </p:cNvPr>
          <p:cNvSpPr>
            <a:spLocks xmlns:a="http://schemas.openxmlformats.org/drawingml/2006/main" noGrp="1"/>
          </p:cNvSpPr>
          <p:nvPr/>
        </p:nvSpPr>
        <p:spPr>
          <a:xfrm xmlns:a="http://schemas.openxmlformats.org/drawingml/2006/main">
            <a:off x="11125200" y="6219825"/>
            <a:ext cx="45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06</a:t>
            </a:r>
          </a:p>
        </p:txBody>
      </p:sp>
      <p:sp>
        <p:nvSpPr>
          <p:cNvPr id="6" name="">
            <a:extLst xmlns:a="http://schemas.openxmlformats.org/drawingml/2006/main">
              <a:ext uri="{FF2B5EF4-FFF2-40B4-BE49-F238E27FC236}">
                <a16:creationId xmlns:a16="http://schemas.microsoft.com/office/drawing/2014/main" id="{62E16C4E-A2DE-4F20-9DF1-E0B538D7D356}"/>
              </a:ext>
            </a:extLst>
          </p:cNvPr>
          <p:cNvSpPr>
            <a:spLocks xmlns:a="http://schemas.openxmlformats.org/drawingml/2006/main" noGrp="1"/>
          </p:cNvSpPr>
          <p:nvPr/>
        </p:nvSpPr>
        <p:spPr>
          <a:xfrm xmlns:a="http://schemas.openxmlformats.org/drawingml/2006/main">
            <a:off x="609600" y="1809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Must: input and generation status</a:t>
            </a:r>
          </a:p>
        </p:txBody>
      </p:sp>
      <p:sp>
        <p:nvSpPr>
          <p:cNvPr id="7" name="">
            <a:extLst xmlns:a="http://schemas.openxmlformats.org/drawingml/2006/main">
              <a:ext uri="{FF2B5EF4-FFF2-40B4-BE49-F238E27FC236}">
                <a16:creationId xmlns:a16="http://schemas.microsoft.com/office/drawing/2014/main" id="{D19D6B66-91A5-49D3-9CBB-31084C06FA0B}"/>
              </a:ext>
            </a:extLst>
          </p:cNvPr>
          <p:cNvSpPr>
            <a:spLocks xmlns:a="http://schemas.openxmlformats.org/drawingml/2006/main" noGrp="1"/>
          </p:cNvSpPr>
          <p:nvPr/>
        </p:nvSpPr>
        <p:spPr>
          <a:xfrm xmlns:a="http://schemas.openxmlformats.org/drawingml/2006/main">
            <a:off x="609600" y="22479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Preserve the story and preferences. Reject incomplete input. Show the recorded state and a useful error when generation fails.</a:t>
            </a:r>
          </a:p>
        </p:txBody>
      </p:sp>
      <p:sp>
        <p:nvSpPr>
          <p:cNvPr id="8" name="">
            <a:extLst xmlns:a="http://schemas.openxmlformats.org/drawingml/2006/main">
              <a:ext uri="{FF2B5EF4-FFF2-40B4-BE49-F238E27FC236}">
                <a16:creationId xmlns:a16="http://schemas.microsoft.com/office/drawing/2014/main" id="{10B3C114-38A9-41E3-B039-3AD338DE0482}"/>
              </a:ext>
            </a:extLst>
          </p:cNvPr>
          <p:cNvSpPr>
            <a:spLocks xmlns:a="http://schemas.openxmlformats.org/drawingml/2006/main" noGrp="1"/>
          </p:cNvSpPr>
          <p:nvPr/>
        </p:nvSpPr>
        <p:spPr>
          <a:xfrm xmlns:a="http://schemas.openxmlformats.org/drawingml/2006/main">
            <a:off x="609600" y="32099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Must: playable and understandable result</a:t>
            </a:r>
          </a:p>
        </p:txBody>
      </p:sp>
      <p:sp>
        <p:nvSpPr>
          <p:cNvPr id="9" name="">
            <a:extLst xmlns:a="http://schemas.openxmlformats.org/drawingml/2006/main">
              <a:ext uri="{FF2B5EF4-FFF2-40B4-BE49-F238E27FC236}">
                <a16:creationId xmlns:a16="http://schemas.microsoft.com/office/drawing/2014/main" id="{A1ED1E61-26A6-4EDF-9AE1-53FE791764CA}"/>
              </a:ext>
            </a:extLst>
          </p:cNvPr>
          <p:cNvSpPr>
            <a:spLocks xmlns:a="http://schemas.openxmlformats.org/drawingml/2006/main" noGrp="1"/>
          </p:cNvSpPr>
          <p:nvPr/>
        </p:nvSpPr>
        <p:spPr>
          <a:xfrm xmlns:a="http://schemas.openxmlformats.org/drawingml/2006/main">
            <a:off x="609600" y="36480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Launch the validated version. Its primary action changes game state, an ending is reachable, and simplifications include reasons.</a:t>
            </a:r>
          </a:p>
        </p:txBody>
      </p:sp>
      <p:sp>
        <p:nvSpPr>
          <p:cNvPr id="10" name="">
            <a:extLst xmlns:a="http://schemas.openxmlformats.org/drawingml/2006/main">
              <a:ext uri="{FF2B5EF4-FFF2-40B4-BE49-F238E27FC236}">
                <a16:creationId xmlns:a16="http://schemas.microsoft.com/office/drawing/2014/main" id="{925CC5D3-F96A-426B-94CA-BBB8354D3135}"/>
              </a:ext>
            </a:extLst>
          </p:cNvPr>
          <p:cNvSpPr>
            <a:spLocks xmlns:a="http://schemas.openxmlformats.org/drawingml/2006/main" noGrp="1"/>
          </p:cNvSpPr>
          <p:nvPr/>
        </p:nvSpPr>
        <p:spPr>
          <a:xfrm xmlns:a="http://schemas.openxmlformats.org/drawingml/2006/main">
            <a:off x="609600" y="46101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Quality requirements</a:t>
            </a:r>
          </a:p>
        </p:txBody>
      </p:sp>
      <p:sp>
        <p:nvSpPr>
          <p:cNvPr id="11" name="">
            <a:extLst xmlns:a="http://schemas.openxmlformats.org/drawingml/2006/main">
              <a:ext uri="{FF2B5EF4-FFF2-40B4-BE49-F238E27FC236}">
                <a16:creationId xmlns:a16="http://schemas.microsoft.com/office/drawing/2014/main" id="{60F42BAA-6D1C-4A97-B90B-3E2F3DC035B5}"/>
              </a:ext>
            </a:extLst>
          </p:cNvPr>
          <p:cNvSpPr>
            <a:spLocks xmlns:a="http://schemas.openxmlformats.org/drawingml/2006/main" noGrp="1"/>
          </p:cNvSpPr>
          <p:nvPr/>
        </p:nvSpPr>
        <p:spPr>
          <a:xfrm xmlns:a="http://schemas.openxmlformats.org/drawingml/2006/main">
            <a:off x="609600" y="5048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Must: reject invalid or unsafe content before publication. Should: support keyboard access and understandable responsive controls.</a:t>
            </a:r>
          </a:p>
        </p:txBody>
      </p:sp>
    </p:spTree>
    <p:extLst>
      <p:ext uri="{BB962C8B-B14F-4D97-AF65-F5344CB8AC3E}">
        <p14:creationId xmlns:p14="http://schemas.microsoft.com/office/powerpoint/2010/main" val="1418321811"/>
      </p:ext>
    </p:extLst>
  </p:cSld>
</p:sld>
</file>

<file path=ppt/slides/slide7.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7AC0714-4CA7-472D-AEF1-A927D3B214F2}"/>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5D2AEC-02AD-4FE6-AB78-ADABC482691C}"/>
              </a:ext>
            </a:extLst>
          </p:cNvPr>
          <p:cNvSpPr>
            <a:spLocks xmlns:a="http://schemas.openxmlformats.org/drawingml/2006/main" noGrp="1"/>
          </p:cNvSpPr>
          <p:nvPr/>
        </p:nvSpPr>
        <p:spPr>
          <a:xfrm xmlns:a="http://schemas.openxmlformats.org/drawingml/2006/main">
            <a:off x="609600" y="800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C40"/>
                </a:solidFill>
                <a:latin typeface="DejaVu Sans"/>
                <a:ea typeface="DejaVu Sans"/>
                <a:cs typeface="DejaVu Sans"/>
              </a:defRPr>
            </a:defPPr>
            <a:lvl1pPr>
              <a:buNone/>
              <a:defRPr sz="2850" b="1">
                <a:solidFill>
                  <a:srgbClr val="172C40"/>
                </a:solidFill>
                <a:latin typeface="DejaVu Sans"/>
                <a:ea typeface="DejaVu Sans"/>
                <a:cs typeface="DejaVu Sans"/>
              </a:defRPr>
            </a:lvl1pPr>
            <a:lvl2pPr>
              <a:buNone/>
              <a:defRPr sz="2850" b="1">
                <a:solidFill>
                  <a:srgbClr val="172C40"/>
                </a:solidFill>
                <a:latin typeface="DejaVu Sans"/>
                <a:ea typeface="DejaVu Sans"/>
                <a:cs typeface="DejaVu Sans"/>
              </a:defRPr>
            </a:lvl2pPr>
            <a:lvl3pPr>
              <a:buNone/>
              <a:defRPr sz="2850" b="1">
                <a:solidFill>
                  <a:srgbClr val="172C40"/>
                </a:solidFill>
                <a:latin typeface="DejaVu Sans"/>
                <a:ea typeface="DejaVu Sans"/>
                <a:cs typeface="DejaVu Sans"/>
              </a:defRPr>
            </a:lvl3pPr>
            <a:lvl4pPr>
              <a:buNone/>
              <a:defRPr sz="2850" b="1">
                <a:solidFill>
                  <a:srgbClr val="172C40"/>
                </a:solidFill>
                <a:latin typeface="DejaVu Sans"/>
                <a:ea typeface="DejaVu Sans"/>
                <a:cs typeface="DejaVu Sans"/>
              </a:defRPr>
            </a:lvl4pPr>
            <a:lvl5pPr>
              <a:buNone/>
              <a:defRPr sz="2850" b="1">
                <a:solidFill>
                  <a:srgbClr val="172C40"/>
                </a:solidFill>
                <a:latin typeface="DejaVu Sans"/>
                <a:ea typeface="DejaVu Sans"/>
                <a:cs typeface="DejaVu Sans"/>
              </a:defRPr>
            </a:lvl5pPr>
            <a:lvl6pPr>
              <a:buNone/>
              <a:defRPr sz="2850" b="1">
                <a:solidFill>
                  <a:srgbClr val="172C40"/>
                </a:solidFill>
                <a:latin typeface="DejaVu Sans"/>
                <a:ea typeface="DejaVu Sans"/>
                <a:cs typeface="DejaVu Sans"/>
              </a:defRPr>
            </a:lvl6pPr>
            <a:lvl7pPr>
              <a:buNone/>
              <a:defRPr sz="2850" b="1">
                <a:solidFill>
                  <a:srgbClr val="172C40"/>
                </a:solidFill>
                <a:latin typeface="DejaVu Sans"/>
                <a:ea typeface="DejaVu Sans"/>
                <a:cs typeface="DejaVu Sans"/>
              </a:defRPr>
            </a:lvl7pPr>
            <a:lvl8pPr>
              <a:buNone/>
              <a:defRPr sz="2850" b="1">
                <a:solidFill>
                  <a:srgbClr val="172C40"/>
                </a:solidFill>
                <a:latin typeface="DejaVu Sans"/>
                <a:ea typeface="DejaVu Sans"/>
                <a:cs typeface="DejaVu Sans"/>
              </a:defRPr>
            </a:lvl8pPr>
            <a:lvl9pPr>
              <a:buNone/>
              <a:defRPr sz="2850" b="1">
                <a:solidFill>
                  <a:srgbClr val="172C40"/>
                </a:solidFill>
                <a:latin typeface="DejaVu Sans"/>
                <a:ea typeface="DejaVu Sans"/>
                <a:cs typeface="DejaVu Sans"/>
              </a:defRPr>
            </a:lvl9pPr>
          </a:lstStyle>
          <a:p xmlns:a="http://schemas.openxmlformats.org/drawingml/2006/main">
            <a:pPr>
              <a:buNone/>
              <a:defRPr sz="2850" b="1">
                <a:solidFill>
                  <a:srgbClr val="172C40"/>
                </a:solidFill>
                <a:latin typeface="DejaVu Sans"/>
                <a:ea typeface="DejaVu Sans"/>
                <a:cs typeface="DejaVu Sans"/>
              </a:defRPr>
            </a:pPr>
            <a:r>
              <a:rPr sz="2850" b="1">
                <a:solidFill>
                  <a:srgbClr val="172C40"/>
                </a:solidFill>
                <a:latin typeface="DejaVu Sans"/>
                <a:ea typeface="DejaVu Sans"/>
                <a:cs typeface="DejaVu Sans"/>
              </a:rPr>
              <a:t>Proposed component architecture</a:t>
            </a:r>
          </a:p>
        </p:txBody>
      </p:sp>
      <p:pic>
        <p:nvPicPr>
          <p:cNvPr id="22" name="">
            <a:extLst xmlns:a="http://schemas.openxmlformats.org/drawingml/2006/main">
              <a:ext uri="{FF2B5EF4-FFF2-40B4-BE49-F238E27FC236}">
                <a16:creationId xmlns:a16="http://schemas.microsoft.com/office/drawing/2014/main" id="{6FFBFF4B-47CF-4936-97B3-C0C9A0B38B88}"/>
              </a:ext>
            </a:extLst>
          </p:cNvPr>
          <p:cNvPicPr>
            <a:picLocks xmlns:a="http://schemas.openxmlformats.org/drawingml/2006/main" noChangeAspect="1"/>
          </p:cNvPicPr>
          <p:nvPr/>
        </p:nvPicPr>
        <p:blipFill>
          <a:blip xmlns:r="http://schemas.openxmlformats.org/officeDocument/2006/relationships" xmlns:a="http://schemas.openxmlformats.org/drawingml/2006/main" r:embed="R6593083d0dc04771"/>
          <a:stretch xmlns:a="http://schemas.openxmlformats.org/drawingml/2006/main"/>
        </p:blipFill>
        <p:spPr>
          <a:xfrm xmlns:a="http://schemas.openxmlformats.org/drawingml/2006/main">
            <a:off x="615462" y="1581150"/>
            <a:ext cx="10961077" cy="5181600"/>
          </a:xfrm>
          <a:prstGeom xmlns:a="http://schemas.openxmlformats.org/drawingml/2006/main" prst="rect">
            <a:avLst/>
          </a:prstGeom>
        </p:spPr>
      </p:pic>
    </p:spTree>
    <p:extLst>
      <p:ext uri="{BB962C8B-B14F-4D97-AF65-F5344CB8AC3E}">
        <p14:creationId xmlns:p14="http://schemas.microsoft.com/office/powerpoint/2010/main" val="1365295978"/>
      </p:ext>
    </p:extLst>
  </p:cSld>
</p:sld>
</file>

<file path=ppt/slides/slide8.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C8C418D-C04D-4D9C-A804-F44FC0CC7D35}"/>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491B85-4927-4F16-9B98-C5F319B37C55}"/>
              </a:ext>
            </a:extLst>
          </p:cNvPr>
          <p:cNvSpPr>
            <a:spLocks xmlns:a="http://schemas.openxmlformats.org/drawingml/2006/main" noGrp="1"/>
          </p:cNvSpPr>
          <p:nvPr/>
        </p:nvSpPr>
        <p:spPr>
          <a:xfrm xmlns:a="http://schemas.openxmlformats.org/drawingml/2006/main">
            <a:off x="609600" y="800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C40"/>
                </a:solidFill>
                <a:latin typeface="DejaVu Sans"/>
                <a:ea typeface="DejaVu Sans"/>
                <a:cs typeface="DejaVu Sans"/>
              </a:defRPr>
            </a:defPPr>
            <a:lvl1pPr>
              <a:buNone/>
              <a:defRPr sz="2850" b="1">
                <a:solidFill>
                  <a:srgbClr val="172C40"/>
                </a:solidFill>
                <a:latin typeface="DejaVu Sans"/>
                <a:ea typeface="DejaVu Sans"/>
                <a:cs typeface="DejaVu Sans"/>
              </a:defRPr>
            </a:lvl1pPr>
            <a:lvl2pPr>
              <a:buNone/>
              <a:defRPr sz="2850" b="1">
                <a:solidFill>
                  <a:srgbClr val="172C40"/>
                </a:solidFill>
                <a:latin typeface="DejaVu Sans"/>
                <a:ea typeface="DejaVu Sans"/>
                <a:cs typeface="DejaVu Sans"/>
              </a:defRPr>
            </a:lvl2pPr>
            <a:lvl3pPr>
              <a:buNone/>
              <a:defRPr sz="2850" b="1">
                <a:solidFill>
                  <a:srgbClr val="172C40"/>
                </a:solidFill>
                <a:latin typeface="DejaVu Sans"/>
                <a:ea typeface="DejaVu Sans"/>
                <a:cs typeface="DejaVu Sans"/>
              </a:defRPr>
            </a:lvl3pPr>
            <a:lvl4pPr>
              <a:buNone/>
              <a:defRPr sz="2850" b="1">
                <a:solidFill>
                  <a:srgbClr val="172C40"/>
                </a:solidFill>
                <a:latin typeface="DejaVu Sans"/>
                <a:ea typeface="DejaVu Sans"/>
                <a:cs typeface="DejaVu Sans"/>
              </a:defRPr>
            </a:lvl4pPr>
            <a:lvl5pPr>
              <a:buNone/>
              <a:defRPr sz="2850" b="1">
                <a:solidFill>
                  <a:srgbClr val="172C40"/>
                </a:solidFill>
                <a:latin typeface="DejaVu Sans"/>
                <a:ea typeface="DejaVu Sans"/>
                <a:cs typeface="DejaVu Sans"/>
              </a:defRPr>
            </a:lvl5pPr>
            <a:lvl6pPr>
              <a:buNone/>
              <a:defRPr sz="2850" b="1">
                <a:solidFill>
                  <a:srgbClr val="172C40"/>
                </a:solidFill>
                <a:latin typeface="DejaVu Sans"/>
                <a:ea typeface="DejaVu Sans"/>
                <a:cs typeface="DejaVu Sans"/>
              </a:defRPr>
            </a:lvl6pPr>
            <a:lvl7pPr>
              <a:buNone/>
              <a:defRPr sz="2850" b="1">
                <a:solidFill>
                  <a:srgbClr val="172C40"/>
                </a:solidFill>
                <a:latin typeface="DejaVu Sans"/>
                <a:ea typeface="DejaVu Sans"/>
                <a:cs typeface="DejaVu Sans"/>
              </a:defRPr>
            </a:lvl7pPr>
            <a:lvl8pPr>
              <a:buNone/>
              <a:defRPr sz="2850" b="1">
                <a:solidFill>
                  <a:srgbClr val="172C40"/>
                </a:solidFill>
                <a:latin typeface="DejaVu Sans"/>
                <a:ea typeface="DejaVu Sans"/>
                <a:cs typeface="DejaVu Sans"/>
              </a:defRPr>
            </a:lvl8pPr>
            <a:lvl9pPr>
              <a:buNone/>
              <a:defRPr sz="2850" b="1">
                <a:solidFill>
                  <a:srgbClr val="172C40"/>
                </a:solidFill>
                <a:latin typeface="DejaVu Sans"/>
                <a:ea typeface="DejaVu Sans"/>
                <a:cs typeface="DejaVu Sans"/>
              </a:defRPr>
            </a:lvl9pPr>
          </a:lstStyle>
          <a:p xmlns:a="http://schemas.openxmlformats.org/drawingml/2006/main">
            <a:pPr>
              <a:buNone/>
              <a:defRPr sz="2850" b="1">
                <a:solidFill>
                  <a:srgbClr val="172C40"/>
                </a:solidFill>
                <a:latin typeface="DejaVu Sans"/>
                <a:ea typeface="DejaVu Sans"/>
                <a:cs typeface="DejaVu Sans"/>
              </a:defRPr>
            </a:pPr>
            <a:r>
              <a:rPr sz="2850" b="1">
                <a:solidFill>
                  <a:srgbClr val="172C40"/>
                </a:solidFill>
                <a:latin typeface="DejaVu Sans"/>
                <a:ea typeface="DejaVu Sans"/>
                <a:cs typeface="DejaVu Sans"/>
              </a:rPr>
              <a:t>Conceptual authoring and play journey</a:t>
            </a:r>
          </a:p>
        </p:txBody>
      </p:sp>
      <p:sp>
        <p:nvSpPr>
          <p:cNvPr id="3" name="">
            <a:extLst xmlns:a="http://schemas.openxmlformats.org/drawingml/2006/main">
              <a:ext uri="{FF2B5EF4-FFF2-40B4-BE49-F238E27FC236}">
                <a16:creationId xmlns:a16="http://schemas.microsoft.com/office/drawing/2014/main" id="{B5F80692-9AF4-4D39-9910-0EBDD24AA018}"/>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A62E59B-C6FC-46D4-B4B9-86D9436FB0FE}"/>
              </a:ext>
            </a:extLst>
          </p:cNvPr>
          <p:cNvSpPr>
            <a:spLocks xmlns:a="http://schemas.openxmlformats.org/drawingml/2006/main" noGrp="1"/>
          </p:cNvSpPr>
          <p:nvPr/>
        </p:nvSpPr>
        <p:spPr>
          <a:xfrm xmlns:a="http://schemas.openxmlformats.org/drawingml/2006/main">
            <a:off x="609600" y="6238875"/>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8 UX prototype / Conceptual screens with illustrative data / prototype/</a:t>
            </a:r>
          </a:p>
        </p:txBody>
      </p:sp>
      <p:sp>
        <p:nvSpPr>
          <p:cNvPr id="5" name="">
            <a:extLst xmlns:a="http://schemas.openxmlformats.org/drawingml/2006/main">
              <a:ext uri="{FF2B5EF4-FFF2-40B4-BE49-F238E27FC236}">
                <a16:creationId xmlns:a16="http://schemas.microsoft.com/office/drawing/2014/main" id="{414AC55F-D661-4B09-8BDF-49CFF2F471C8}"/>
              </a:ext>
            </a:extLst>
          </p:cNvPr>
          <p:cNvSpPr>
            <a:spLocks xmlns:a="http://schemas.openxmlformats.org/drawingml/2006/main" noGrp="1"/>
          </p:cNvSpPr>
          <p:nvPr/>
        </p:nvSpPr>
        <p:spPr>
          <a:xfrm xmlns:a="http://schemas.openxmlformats.org/drawingml/2006/main">
            <a:off x="11125200" y="6219825"/>
            <a:ext cx="45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08</a:t>
            </a:r>
          </a:p>
        </p:txBody>
      </p:sp>
      <p:sp>
        <p:nvSpPr>
          <p:cNvPr id="7" name="">
            <a:extLst xmlns:a="http://schemas.openxmlformats.org/drawingml/2006/main">
              <a:ext uri="{FF2B5EF4-FFF2-40B4-BE49-F238E27FC236}">
                <a16:creationId xmlns:a16="http://schemas.microsoft.com/office/drawing/2014/main" id="{80981A30-828F-4085-8B38-5DC42508DCF5}"/>
              </a:ext>
            </a:extLst>
          </p:cNvPr>
          <p:cNvSpPr>
            <a:spLocks xmlns:a="http://schemas.openxmlformats.org/drawingml/2006/main" noGrp="1"/>
          </p:cNvSpPr>
          <p:nvPr/>
        </p:nvSpPr>
        <p:spPr>
          <a:xfrm xmlns:a="http://schemas.openxmlformats.org/drawingml/2006/main">
            <a:off x="8486775" y="1943100"/>
            <a:ext cx="30956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2E6478"/>
                </a:solidFill>
                <a:latin typeface="DejaVu Sans"/>
                <a:ea typeface="DejaVu Sans"/>
                <a:cs typeface="DejaVu Sans"/>
              </a:defRPr>
            </a:defPPr>
            <a:lvl1pPr>
              <a:buNone/>
              <a:defRPr sz="1950" b="1">
                <a:solidFill>
                  <a:srgbClr val="2E6478"/>
                </a:solidFill>
                <a:latin typeface="DejaVu Sans"/>
                <a:ea typeface="DejaVu Sans"/>
                <a:cs typeface="DejaVu Sans"/>
              </a:defRPr>
            </a:lvl1pPr>
            <a:lvl2pPr>
              <a:buNone/>
              <a:defRPr sz="1950" b="1">
                <a:solidFill>
                  <a:srgbClr val="2E6478"/>
                </a:solidFill>
                <a:latin typeface="DejaVu Sans"/>
                <a:ea typeface="DejaVu Sans"/>
                <a:cs typeface="DejaVu Sans"/>
              </a:defRPr>
            </a:lvl2pPr>
            <a:lvl3pPr>
              <a:buNone/>
              <a:defRPr sz="1950" b="1">
                <a:solidFill>
                  <a:srgbClr val="2E6478"/>
                </a:solidFill>
                <a:latin typeface="DejaVu Sans"/>
                <a:ea typeface="DejaVu Sans"/>
                <a:cs typeface="DejaVu Sans"/>
              </a:defRPr>
            </a:lvl3pPr>
            <a:lvl4pPr>
              <a:buNone/>
              <a:defRPr sz="1950" b="1">
                <a:solidFill>
                  <a:srgbClr val="2E6478"/>
                </a:solidFill>
                <a:latin typeface="DejaVu Sans"/>
                <a:ea typeface="DejaVu Sans"/>
                <a:cs typeface="DejaVu Sans"/>
              </a:defRPr>
            </a:lvl4pPr>
            <a:lvl5pPr>
              <a:buNone/>
              <a:defRPr sz="1950" b="1">
                <a:solidFill>
                  <a:srgbClr val="2E6478"/>
                </a:solidFill>
                <a:latin typeface="DejaVu Sans"/>
                <a:ea typeface="DejaVu Sans"/>
                <a:cs typeface="DejaVu Sans"/>
              </a:defRPr>
            </a:lvl5pPr>
            <a:lvl6pPr>
              <a:buNone/>
              <a:defRPr sz="1950" b="1">
                <a:solidFill>
                  <a:srgbClr val="2E6478"/>
                </a:solidFill>
                <a:latin typeface="DejaVu Sans"/>
                <a:ea typeface="DejaVu Sans"/>
                <a:cs typeface="DejaVu Sans"/>
              </a:defRPr>
            </a:lvl6pPr>
            <a:lvl7pPr>
              <a:buNone/>
              <a:defRPr sz="1950" b="1">
                <a:solidFill>
                  <a:srgbClr val="2E6478"/>
                </a:solidFill>
                <a:latin typeface="DejaVu Sans"/>
                <a:ea typeface="DejaVu Sans"/>
                <a:cs typeface="DejaVu Sans"/>
              </a:defRPr>
            </a:lvl7pPr>
            <a:lvl8pPr>
              <a:buNone/>
              <a:defRPr sz="1950" b="1">
                <a:solidFill>
                  <a:srgbClr val="2E6478"/>
                </a:solidFill>
                <a:latin typeface="DejaVu Sans"/>
                <a:ea typeface="DejaVu Sans"/>
                <a:cs typeface="DejaVu Sans"/>
              </a:defRPr>
            </a:lvl8pPr>
            <a:lvl9pPr>
              <a:buNone/>
              <a:defRPr sz="1950" b="1">
                <a:solidFill>
                  <a:srgbClr val="2E6478"/>
                </a:solidFill>
                <a:latin typeface="DejaVu Sans"/>
                <a:ea typeface="DejaVu Sans"/>
                <a:cs typeface="DejaVu Sans"/>
              </a:defRPr>
            </a:lvl9pPr>
          </a:lstStyle>
          <a:p xmlns:a="http://schemas.openxmlformats.org/drawingml/2006/main">
            <a:pPr>
              <a:buNone/>
              <a:defRPr sz="1950" b="1">
                <a:solidFill>
                  <a:srgbClr val="2E6478"/>
                </a:solidFill>
                <a:latin typeface="DejaVu Sans"/>
                <a:ea typeface="DejaVu Sans"/>
                <a:cs typeface="DejaVu Sans"/>
              </a:defRPr>
            </a:pPr>
            <a:r>
              <a:rPr sz="1950" b="1">
                <a:solidFill>
                  <a:srgbClr val="2E6478"/>
                </a:solidFill>
                <a:latin typeface="DejaVu Sans"/>
                <a:ea typeface="DejaVu Sans"/>
                <a:cs typeface="DejaVu Sans"/>
              </a:rPr>
              <a:t/>
            </a:r>
          </a:p>
        </p:txBody>
      </p:sp>
      <p:sp>
        <p:nvSpPr>
          <p:cNvPr id="8" name="">
            <a:extLst xmlns:a="http://schemas.openxmlformats.org/drawingml/2006/main">
              <a:ext uri="{FF2B5EF4-FFF2-40B4-BE49-F238E27FC236}">
                <a16:creationId xmlns:a16="http://schemas.microsoft.com/office/drawing/2014/main" id="{1457316E-2BFF-4B79-9D60-7F9EC112A447}"/>
              </a:ext>
            </a:extLst>
          </p:cNvPr>
          <p:cNvSpPr>
            <a:spLocks xmlns:a="http://schemas.openxmlformats.org/drawingml/2006/main" noGrp="1"/>
          </p:cNvSpPr>
          <p:nvPr/>
        </p:nvSpPr>
        <p:spPr>
          <a:xfrm xmlns:a="http://schemas.openxmlformats.org/drawingml/2006/main">
            <a:off x="8486775" y="2686050"/>
            <a:ext cx="3095625"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2C40"/>
                </a:solidFill>
                <a:latin typeface="DejaVu Sans"/>
                <a:ea typeface="DejaVu Sans"/>
                <a:cs typeface="DejaVu Sans"/>
              </a:defRPr>
            </a:defPPr>
            <a:lvl1pPr>
              <a:buNone/>
              <a:defRPr sz="1725" b="0">
                <a:solidFill>
                  <a:srgbClr val="172C40"/>
                </a:solidFill>
                <a:latin typeface="DejaVu Sans"/>
                <a:ea typeface="DejaVu Sans"/>
                <a:cs typeface="DejaVu Sans"/>
              </a:defRPr>
            </a:lvl1pPr>
            <a:lvl2pPr>
              <a:buNone/>
              <a:defRPr sz="1725" b="0">
                <a:solidFill>
                  <a:srgbClr val="172C40"/>
                </a:solidFill>
                <a:latin typeface="DejaVu Sans"/>
                <a:ea typeface="DejaVu Sans"/>
                <a:cs typeface="DejaVu Sans"/>
              </a:defRPr>
            </a:lvl2pPr>
            <a:lvl3pPr>
              <a:buNone/>
              <a:defRPr sz="1725" b="0">
                <a:solidFill>
                  <a:srgbClr val="172C40"/>
                </a:solidFill>
                <a:latin typeface="DejaVu Sans"/>
                <a:ea typeface="DejaVu Sans"/>
                <a:cs typeface="DejaVu Sans"/>
              </a:defRPr>
            </a:lvl3pPr>
            <a:lvl4pPr>
              <a:buNone/>
              <a:defRPr sz="1725" b="0">
                <a:solidFill>
                  <a:srgbClr val="172C40"/>
                </a:solidFill>
                <a:latin typeface="DejaVu Sans"/>
                <a:ea typeface="DejaVu Sans"/>
                <a:cs typeface="DejaVu Sans"/>
              </a:defRPr>
            </a:lvl4pPr>
            <a:lvl5pPr>
              <a:buNone/>
              <a:defRPr sz="1725" b="0">
                <a:solidFill>
                  <a:srgbClr val="172C40"/>
                </a:solidFill>
                <a:latin typeface="DejaVu Sans"/>
                <a:ea typeface="DejaVu Sans"/>
                <a:cs typeface="DejaVu Sans"/>
              </a:defRPr>
            </a:lvl5pPr>
            <a:lvl6pPr>
              <a:buNone/>
              <a:defRPr sz="1725" b="0">
                <a:solidFill>
                  <a:srgbClr val="172C40"/>
                </a:solidFill>
                <a:latin typeface="DejaVu Sans"/>
                <a:ea typeface="DejaVu Sans"/>
                <a:cs typeface="DejaVu Sans"/>
              </a:defRPr>
            </a:lvl6pPr>
            <a:lvl7pPr>
              <a:buNone/>
              <a:defRPr sz="1725" b="0">
                <a:solidFill>
                  <a:srgbClr val="172C40"/>
                </a:solidFill>
                <a:latin typeface="DejaVu Sans"/>
                <a:ea typeface="DejaVu Sans"/>
                <a:cs typeface="DejaVu Sans"/>
              </a:defRPr>
            </a:lvl7pPr>
            <a:lvl8pPr>
              <a:buNone/>
              <a:defRPr sz="1725" b="0">
                <a:solidFill>
                  <a:srgbClr val="172C40"/>
                </a:solidFill>
                <a:latin typeface="DejaVu Sans"/>
                <a:ea typeface="DejaVu Sans"/>
                <a:cs typeface="DejaVu Sans"/>
              </a:defRPr>
            </a:lvl8pPr>
            <a:lvl9pPr>
              <a:buNone/>
              <a:defRPr sz="1725" b="0">
                <a:solidFill>
                  <a:srgbClr val="172C40"/>
                </a:solidFill>
                <a:latin typeface="DejaVu Sans"/>
                <a:ea typeface="DejaVu Sans"/>
                <a:cs typeface="DejaVu Sans"/>
              </a:defRPr>
            </a:lvl9pPr>
          </a:lstStyle>
          <a:p xmlns:a="http://schemas.openxmlformats.org/drawingml/2006/main">
            <a:pPr>
              <a:buNone/>
              <a:defRPr sz="1725" b="0">
                <a:solidFill>
                  <a:srgbClr val="172C40"/>
                </a:solidFill>
                <a:latin typeface="DejaVu Sans"/>
                <a:ea typeface="DejaVu Sans"/>
                <a:cs typeface="DejaVu Sans"/>
              </a:defRPr>
            </a:pPr>
            <a:r>
              <a:rPr sz="1725" b="0">
                <a:solidFill>
                  <a:srgbClr val="172C40"/>
                </a:solidFill>
                <a:latin typeface="DejaVu Sans"/>
                <a:ea typeface="DejaVu Sans"/>
                <a:cs typeface="DejaVu Sans"/>
              </a:rPr>
              <a:t/>
            </a:r>
          </a:p>
        </p:txBody>
      </p:sp>
      <p:sp>
        <p:nvSpPr>
          <p:cNvPr id="9" name="">
            <a:extLst xmlns:a="http://schemas.openxmlformats.org/drawingml/2006/main">
              <a:ext uri="{FF2B5EF4-FFF2-40B4-BE49-F238E27FC236}">
                <a16:creationId xmlns:a16="http://schemas.microsoft.com/office/drawing/2014/main" id="{9FCF9E16-A85D-4570-8652-DB18E0D63C24}"/>
              </a:ext>
            </a:extLst>
          </p:cNvPr>
          <p:cNvSpPr>
            <a:spLocks xmlns:a="http://schemas.openxmlformats.org/drawingml/2006/main" noGrp="1"/>
          </p:cNvSpPr>
          <p:nvPr/>
        </p:nvSpPr>
        <p:spPr>
          <a:xfrm xmlns:a="http://schemas.openxmlformats.org/drawingml/2006/main">
            <a:off x="8486775" y="52482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172C40"/>
                </a:solidFill>
                <a:latin typeface="DejaVu Sans"/>
                <a:ea typeface="DejaVu Sans"/>
                <a:cs typeface="DejaVu Sans"/>
              </a:defRPr>
            </a:defPPr>
            <a:lvl1pPr>
              <a:buNone/>
              <a:defRPr sz="1575" b="1">
                <a:solidFill>
                  <a:srgbClr val="172C40"/>
                </a:solidFill>
                <a:latin typeface="DejaVu Sans"/>
                <a:ea typeface="DejaVu Sans"/>
                <a:cs typeface="DejaVu Sans"/>
              </a:defRPr>
            </a:lvl1pPr>
            <a:lvl2pPr>
              <a:buNone/>
              <a:defRPr sz="1575" b="1">
                <a:solidFill>
                  <a:srgbClr val="172C40"/>
                </a:solidFill>
                <a:latin typeface="DejaVu Sans"/>
                <a:ea typeface="DejaVu Sans"/>
                <a:cs typeface="DejaVu Sans"/>
              </a:defRPr>
            </a:lvl2pPr>
            <a:lvl3pPr>
              <a:buNone/>
              <a:defRPr sz="1575" b="1">
                <a:solidFill>
                  <a:srgbClr val="172C40"/>
                </a:solidFill>
                <a:latin typeface="DejaVu Sans"/>
                <a:ea typeface="DejaVu Sans"/>
                <a:cs typeface="DejaVu Sans"/>
              </a:defRPr>
            </a:lvl3pPr>
            <a:lvl4pPr>
              <a:buNone/>
              <a:defRPr sz="1575" b="1">
                <a:solidFill>
                  <a:srgbClr val="172C40"/>
                </a:solidFill>
                <a:latin typeface="DejaVu Sans"/>
                <a:ea typeface="DejaVu Sans"/>
                <a:cs typeface="DejaVu Sans"/>
              </a:defRPr>
            </a:lvl4pPr>
            <a:lvl5pPr>
              <a:buNone/>
              <a:defRPr sz="1575" b="1">
                <a:solidFill>
                  <a:srgbClr val="172C40"/>
                </a:solidFill>
                <a:latin typeface="DejaVu Sans"/>
                <a:ea typeface="DejaVu Sans"/>
                <a:cs typeface="DejaVu Sans"/>
              </a:defRPr>
            </a:lvl5pPr>
            <a:lvl6pPr>
              <a:buNone/>
              <a:defRPr sz="1575" b="1">
                <a:solidFill>
                  <a:srgbClr val="172C40"/>
                </a:solidFill>
                <a:latin typeface="DejaVu Sans"/>
                <a:ea typeface="DejaVu Sans"/>
                <a:cs typeface="DejaVu Sans"/>
              </a:defRPr>
            </a:lvl6pPr>
            <a:lvl7pPr>
              <a:buNone/>
              <a:defRPr sz="1575" b="1">
                <a:solidFill>
                  <a:srgbClr val="172C40"/>
                </a:solidFill>
                <a:latin typeface="DejaVu Sans"/>
                <a:ea typeface="DejaVu Sans"/>
                <a:cs typeface="DejaVu Sans"/>
              </a:defRPr>
            </a:lvl7pPr>
            <a:lvl8pPr>
              <a:buNone/>
              <a:defRPr sz="1575" b="1">
                <a:solidFill>
                  <a:srgbClr val="172C40"/>
                </a:solidFill>
                <a:latin typeface="DejaVu Sans"/>
                <a:ea typeface="DejaVu Sans"/>
                <a:cs typeface="DejaVu Sans"/>
              </a:defRPr>
            </a:lvl8pPr>
            <a:lvl9pPr>
              <a:buNone/>
              <a:defRPr sz="1575" b="1">
                <a:solidFill>
                  <a:srgbClr val="172C40"/>
                </a:solidFill>
                <a:latin typeface="DejaVu Sans"/>
                <a:ea typeface="DejaVu Sans"/>
                <a:cs typeface="DejaVu Sans"/>
              </a:defRPr>
            </a:lvl9pPr>
          </a:lstStyle>
          <a:p xmlns:a="http://schemas.openxmlformats.org/drawingml/2006/main">
            <a:pPr>
              <a:buNone/>
              <a:defRPr sz="1575" b="1">
                <a:solidFill>
                  <a:srgbClr val="172C40"/>
                </a:solidFill>
                <a:latin typeface="DejaVu Sans"/>
                <a:ea typeface="DejaVu Sans"/>
                <a:cs typeface="DejaVu Sans"/>
              </a:defRPr>
            </a:pPr>
            <a:r>
              <a:rPr sz="1575" b="1">
                <a:solidFill>
                  <a:srgbClr val="172C40"/>
                </a:solidFill>
                <a:latin typeface="DejaVu Sans"/>
                <a:ea typeface="DejaVu Sans"/>
                <a:cs typeface="DejaVu Sans"/>
              </a:rPr>
              <a:t/>
            </a:r>
          </a:p>
        </p:txBody>
      </p:sp>
      <p:pic>
        <p:nvPicPr>
          <p:cNvPr id="11" name="">
            <a:extLst xmlns:a="http://schemas.openxmlformats.org/drawingml/2006/main">
              <a:ext uri="{FF2B5EF4-FFF2-40B4-BE49-F238E27FC236}">
                <a16:creationId xmlns:a16="http://schemas.microsoft.com/office/drawing/2014/main" id="{F050F2EC-AAD1-4D10-9F3D-D157A6773B43}"/>
              </a:ext>
            </a:extLst>
          </p:cNvPr>
          <p:cNvPicPr>
            <a:picLocks xmlns:a="http://schemas.openxmlformats.org/drawingml/2006/main" noChangeAspect="1"/>
          </p:cNvPicPr>
          <p:nvPr/>
        </p:nvPicPr>
        <p:blipFill>
          <a:blip xmlns:r="http://schemas.openxmlformats.org/officeDocument/2006/relationships" xmlns:a="http://schemas.openxmlformats.org/drawingml/2006/main" r:embed="R1719bc2110444fa9"/>
          <a:stretch xmlns:a="http://schemas.openxmlformats.org/drawingml/2006/main"/>
        </p:blipFill>
        <p:spPr>
          <a:xfrm xmlns:a="http://schemas.openxmlformats.org/drawingml/2006/main">
            <a:off x="931267" y="1838325"/>
            <a:ext cx="5700316" cy="40386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A8E0D115-D946-492B-A95A-FC05A1032A3F}"/>
              </a:ext>
            </a:extLst>
          </p:cNvPr>
          <p:cNvSpPr>
            <a:spLocks xmlns:a="http://schemas.openxmlformats.org/drawingml/2006/main" noGrp="1"/>
          </p:cNvSpPr>
          <p:nvPr/>
        </p:nvSpPr>
        <p:spPr>
          <a:xfrm xmlns:a="http://schemas.openxmlformats.org/drawingml/2006/main">
            <a:off x="685800" y="15811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Illustrative play state</a:t>
            </a:r>
          </a:p>
        </p:txBody>
      </p:sp>
      <p:sp>
        <p:nvSpPr>
          <p:cNvPr id="13" name="">
            <a:extLst xmlns:a="http://schemas.openxmlformats.org/drawingml/2006/main">
              <a:ext uri="{FF2B5EF4-FFF2-40B4-BE49-F238E27FC236}">
                <a16:creationId xmlns:a16="http://schemas.microsoft.com/office/drawing/2014/main" id="{1B208855-B4BC-482C-A09A-ECD1969DCD83}"/>
              </a:ext>
            </a:extLst>
          </p:cNvPr>
          <p:cNvSpPr>
            <a:spLocks xmlns:a="http://schemas.openxmlformats.org/drawingml/2006/main" noGrp="1"/>
          </p:cNvSpPr>
          <p:nvPr/>
        </p:nvSpPr>
        <p:spPr>
          <a:xfrm xmlns:a="http://schemas.openxmlformats.org/drawingml/2006/main">
            <a:off x="7381875" y="1952625"/>
            <a:ext cx="404812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Proposed author journey</a:t>
            </a:r>
          </a:p>
        </p:txBody>
      </p:sp>
      <p:sp>
        <p:nvSpPr>
          <p:cNvPr id="14" name="">
            <a:extLst xmlns:a="http://schemas.openxmlformats.org/drawingml/2006/main">
              <a:ext uri="{FF2B5EF4-FFF2-40B4-BE49-F238E27FC236}">
                <a16:creationId xmlns:a16="http://schemas.microsoft.com/office/drawing/2014/main" id="{C1678C4B-A3E6-47F6-AA22-1B061AB30B0C}"/>
              </a:ext>
            </a:extLst>
          </p:cNvPr>
          <p:cNvSpPr>
            <a:spLocks xmlns:a="http://schemas.openxmlformats.org/drawingml/2006/main" noGrp="1"/>
          </p:cNvSpPr>
          <p:nvPr/>
        </p:nvSpPr>
        <p:spPr>
          <a:xfrm xmlns:a="http://schemas.openxmlformats.org/drawingml/2006/main">
            <a:off x="7381875" y="2543175"/>
            <a:ext cx="4048125"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172C40"/>
                </a:solidFill>
                <a:latin typeface="DejaVu Sans"/>
                <a:ea typeface="DejaVu Sans"/>
                <a:cs typeface="DejaVu Sans"/>
              </a:defRPr>
            </a:defPPr>
            <a:lvl1pPr>
              <a:buNone/>
              <a:defRPr sz="1575" b="0">
                <a:solidFill>
                  <a:srgbClr val="172C40"/>
                </a:solidFill>
                <a:latin typeface="DejaVu Sans"/>
                <a:ea typeface="DejaVu Sans"/>
                <a:cs typeface="DejaVu Sans"/>
              </a:defRPr>
            </a:lvl1pPr>
            <a:lvl2pPr>
              <a:buNone/>
              <a:defRPr sz="1575" b="0">
                <a:solidFill>
                  <a:srgbClr val="172C40"/>
                </a:solidFill>
                <a:latin typeface="DejaVu Sans"/>
                <a:ea typeface="DejaVu Sans"/>
                <a:cs typeface="DejaVu Sans"/>
              </a:defRPr>
            </a:lvl2pPr>
            <a:lvl3pPr>
              <a:buNone/>
              <a:defRPr sz="1575" b="0">
                <a:solidFill>
                  <a:srgbClr val="172C40"/>
                </a:solidFill>
                <a:latin typeface="DejaVu Sans"/>
                <a:ea typeface="DejaVu Sans"/>
                <a:cs typeface="DejaVu Sans"/>
              </a:defRPr>
            </a:lvl3pPr>
            <a:lvl4pPr>
              <a:buNone/>
              <a:defRPr sz="1575" b="0">
                <a:solidFill>
                  <a:srgbClr val="172C40"/>
                </a:solidFill>
                <a:latin typeface="DejaVu Sans"/>
                <a:ea typeface="DejaVu Sans"/>
                <a:cs typeface="DejaVu Sans"/>
              </a:defRPr>
            </a:lvl4pPr>
            <a:lvl5pPr>
              <a:buNone/>
              <a:defRPr sz="1575" b="0">
                <a:solidFill>
                  <a:srgbClr val="172C40"/>
                </a:solidFill>
                <a:latin typeface="DejaVu Sans"/>
                <a:ea typeface="DejaVu Sans"/>
                <a:cs typeface="DejaVu Sans"/>
              </a:defRPr>
            </a:lvl5pPr>
            <a:lvl6pPr>
              <a:buNone/>
              <a:defRPr sz="1575" b="0">
                <a:solidFill>
                  <a:srgbClr val="172C40"/>
                </a:solidFill>
                <a:latin typeface="DejaVu Sans"/>
                <a:ea typeface="DejaVu Sans"/>
                <a:cs typeface="DejaVu Sans"/>
              </a:defRPr>
            </a:lvl6pPr>
            <a:lvl7pPr>
              <a:buNone/>
              <a:defRPr sz="1575" b="0">
                <a:solidFill>
                  <a:srgbClr val="172C40"/>
                </a:solidFill>
                <a:latin typeface="DejaVu Sans"/>
                <a:ea typeface="DejaVu Sans"/>
                <a:cs typeface="DejaVu Sans"/>
              </a:defRPr>
            </a:lvl7pPr>
            <a:lvl8pPr>
              <a:buNone/>
              <a:defRPr sz="1575" b="0">
                <a:solidFill>
                  <a:srgbClr val="172C40"/>
                </a:solidFill>
                <a:latin typeface="DejaVu Sans"/>
                <a:ea typeface="DejaVu Sans"/>
                <a:cs typeface="DejaVu Sans"/>
              </a:defRPr>
            </a:lvl8pPr>
            <a:lvl9pPr>
              <a:buNone/>
              <a:defRPr sz="1575" b="0">
                <a:solidFill>
                  <a:srgbClr val="172C40"/>
                </a:solidFill>
                <a:latin typeface="DejaVu Sans"/>
                <a:ea typeface="DejaVu Sans"/>
                <a:cs typeface="DejaVu Sans"/>
              </a:defRPr>
            </a:lvl9pPr>
          </a:lstStyle>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1  Story and preferences</a:t>
            </a:r>
          </a:p>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2  Recorded job progress</a:t>
            </a:r>
          </a:p>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3  Review result and changes</a:t>
            </a:r>
          </a:p>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4  Play and reach an ending</a:t>
            </a:r>
          </a:p>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5  Catalogue and versions</a:t>
            </a:r>
          </a:p>
          <a:p xmlns:a="http://schemas.openxmlformats.org/drawingml/2006/main">
            <a:pPr>
              <a:buNone/>
              <a:defRPr sz="1575" b="0">
                <a:solidFill>
                  <a:srgbClr val="172C40"/>
                </a:solidFill>
                <a:latin typeface="DejaVu Sans"/>
                <a:ea typeface="DejaVu Sans"/>
                <a:cs typeface="DejaVu Sans"/>
              </a:defRPr>
            </a:pPr>
            <a:r>
              <a:rPr sz="1575" b="0">
                <a:solidFill>
                  <a:srgbClr val="172C40"/>
                </a:solidFill>
                <a:latin typeface="DejaVu Sans"/>
                <a:ea typeface="DejaVu Sans"/>
                <a:cs typeface="DejaVu Sans"/>
              </a:rPr>
              <a:t>6  Failure and retry</a:t>
            </a:r>
          </a:p>
        </p:txBody>
      </p:sp>
      <p:sp>
        <p:nvSpPr>
          <p:cNvPr id="15" name="">
            <a:extLst xmlns:a="http://schemas.openxmlformats.org/drawingml/2006/main">
              <a:ext uri="{FF2B5EF4-FFF2-40B4-BE49-F238E27FC236}">
                <a16:creationId xmlns:a16="http://schemas.microsoft.com/office/drawing/2014/main" id="{A3286C89-E71A-405F-AD74-B1C1FFB7B722}"/>
              </a:ext>
            </a:extLst>
          </p:cNvPr>
          <p:cNvSpPr>
            <a:spLocks xmlns:a="http://schemas.openxmlformats.org/drawingml/2006/main" noGrp="1"/>
          </p:cNvSpPr>
          <p:nvPr/>
        </p:nvSpPr>
        <p:spPr>
          <a:xfrm xmlns:a="http://schemas.openxmlformats.org/drawingml/2006/main">
            <a:off x="7381875" y="5143500"/>
            <a:ext cx="404812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526474"/>
                </a:solidFill>
                <a:latin typeface="DejaVu Sans"/>
                <a:ea typeface="DejaVu Sans"/>
                <a:cs typeface="DejaVu Sans"/>
              </a:defRPr>
            </a:defPPr>
            <a:lvl1pPr>
              <a:buNone/>
              <a:defRPr sz="1425" b="1">
                <a:solidFill>
                  <a:srgbClr val="526474"/>
                </a:solidFill>
                <a:latin typeface="DejaVu Sans"/>
                <a:ea typeface="DejaVu Sans"/>
                <a:cs typeface="DejaVu Sans"/>
              </a:defRPr>
            </a:lvl1pPr>
            <a:lvl2pPr>
              <a:buNone/>
              <a:defRPr sz="1425" b="1">
                <a:solidFill>
                  <a:srgbClr val="526474"/>
                </a:solidFill>
                <a:latin typeface="DejaVu Sans"/>
                <a:ea typeface="DejaVu Sans"/>
                <a:cs typeface="DejaVu Sans"/>
              </a:defRPr>
            </a:lvl2pPr>
            <a:lvl3pPr>
              <a:buNone/>
              <a:defRPr sz="1425" b="1">
                <a:solidFill>
                  <a:srgbClr val="526474"/>
                </a:solidFill>
                <a:latin typeface="DejaVu Sans"/>
                <a:ea typeface="DejaVu Sans"/>
                <a:cs typeface="DejaVu Sans"/>
              </a:defRPr>
            </a:lvl3pPr>
            <a:lvl4pPr>
              <a:buNone/>
              <a:defRPr sz="1425" b="1">
                <a:solidFill>
                  <a:srgbClr val="526474"/>
                </a:solidFill>
                <a:latin typeface="DejaVu Sans"/>
                <a:ea typeface="DejaVu Sans"/>
                <a:cs typeface="DejaVu Sans"/>
              </a:defRPr>
            </a:lvl4pPr>
            <a:lvl5pPr>
              <a:buNone/>
              <a:defRPr sz="1425" b="1">
                <a:solidFill>
                  <a:srgbClr val="526474"/>
                </a:solidFill>
                <a:latin typeface="DejaVu Sans"/>
                <a:ea typeface="DejaVu Sans"/>
                <a:cs typeface="DejaVu Sans"/>
              </a:defRPr>
            </a:lvl5pPr>
            <a:lvl6pPr>
              <a:buNone/>
              <a:defRPr sz="1425" b="1">
                <a:solidFill>
                  <a:srgbClr val="526474"/>
                </a:solidFill>
                <a:latin typeface="DejaVu Sans"/>
                <a:ea typeface="DejaVu Sans"/>
                <a:cs typeface="DejaVu Sans"/>
              </a:defRPr>
            </a:lvl6pPr>
            <a:lvl7pPr>
              <a:buNone/>
              <a:defRPr sz="1425" b="1">
                <a:solidFill>
                  <a:srgbClr val="526474"/>
                </a:solidFill>
                <a:latin typeface="DejaVu Sans"/>
                <a:ea typeface="DejaVu Sans"/>
                <a:cs typeface="DejaVu Sans"/>
              </a:defRPr>
            </a:lvl7pPr>
            <a:lvl8pPr>
              <a:buNone/>
              <a:defRPr sz="1425" b="1">
                <a:solidFill>
                  <a:srgbClr val="526474"/>
                </a:solidFill>
                <a:latin typeface="DejaVu Sans"/>
                <a:ea typeface="DejaVu Sans"/>
                <a:cs typeface="DejaVu Sans"/>
              </a:defRPr>
            </a:lvl8pPr>
            <a:lvl9pPr>
              <a:buNone/>
              <a:defRPr sz="1425" b="1">
                <a:solidFill>
                  <a:srgbClr val="526474"/>
                </a:solidFill>
                <a:latin typeface="DejaVu Sans"/>
                <a:ea typeface="DejaVu Sans"/>
                <a:cs typeface="DejaVu Sans"/>
              </a:defRPr>
            </a:lvl9pPr>
          </a:lstStyle>
          <a:p xmlns:a="http://schemas.openxmlformats.org/drawingml/2006/main">
            <a:pPr>
              <a:buNone/>
              <a:defRPr sz="1425" b="1">
                <a:solidFill>
                  <a:srgbClr val="526474"/>
                </a:solidFill>
                <a:latin typeface="DejaVu Sans"/>
                <a:ea typeface="DejaVu Sans"/>
                <a:cs typeface="DejaVu Sans"/>
              </a:defRPr>
            </a:pPr>
            <a:r>
              <a:rPr sz="1425" b="1">
                <a:solidFill>
                  <a:srgbClr val="526474"/>
                </a:solidFill>
                <a:latin typeface="DejaVu Sans"/>
                <a:ea typeface="DejaVu Sans"/>
                <a:cs typeface="DejaVu Sans"/>
              </a:rPr>
              <a:t>Static wireframes</a:t>
            </a:r>
          </a:p>
          <a:p xmlns:a="http://schemas.openxmlformats.org/drawingml/2006/main">
            <a:pPr>
              <a:buNone/>
              <a:defRPr sz="1425" b="1">
                <a:solidFill>
                  <a:srgbClr val="526474"/>
                </a:solidFill>
                <a:latin typeface="DejaVu Sans"/>
                <a:ea typeface="DejaVu Sans"/>
                <a:cs typeface="DejaVu Sans"/>
              </a:defRPr>
            </a:pPr>
            <a:r>
              <a:rPr sz="1425" b="1">
                <a:solidFill>
                  <a:srgbClr val="526474"/>
                </a:solidFill>
                <a:latin typeface="DejaVu Sans"/>
                <a:ea typeface="DejaVu Sans"/>
                <a:cs typeface="DejaVu Sans"/>
              </a:rPr>
              <a:t>Usability evaluation planned</a:t>
            </a:r>
          </a:p>
        </p:txBody>
      </p:sp>
    </p:spTree>
    <p:extLst>
      <p:ext uri="{BB962C8B-B14F-4D97-AF65-F5344CB8AC3E}">
        <p14:creationId xmlns:p14="http://schemas.microsoft.com/office/powerpoint/2010/main" val="1257947549"/>
      </p:ext>
    </p:extLst>
  </p:cSld>
</p:sld>
</file>

<file path=ppt/slides/slide9.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F7F08B0-C345-4E30-A0BE-3A65AD7129D9}"/>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72B0AD-E078-4FE4-99ED-122238840550}"/>
              </a:ext>
            </a:extLst>
          </p:cNvPr>
          <p:cNvSpPr>
            <a:spLocks xmlns:a="http://schemas.openxmlformats.org/drawingml/2006/main" noGrp="1"/>
          </p:cNvSpPr>
          <p:nvPr/>
        </p:nvSpPr>
        <p:spPr>
          <a:xfrm xmlns:a="http://schemas.openxmlformats.org/drawingml/2006/main">
            <a:off x="609600" y="800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C40"/>
                </a:solidFill>
                <a:latin typeface="DejaVu Sans"/>
                <a:ea typeface="DejaVu Sans"/>
                <a:cs typeface="DejaVu Sans"/>
              </a:defRPr>
            </a:defPPr>
            <a:lvl1pPr>
              <a:buNone/>
              <a:defRPr sz="2850" b="1">
                <a:solidFill>
                  <a:srgbClr val="172C40"/>
                </a:solidFill>
                <a:latin typeface="DejaVu Sans"/>
                <a:ea typeface="DejaVu Sans"/>
                <a:cs typeface="DejaVu Sans"/>
              </a:defRPr>
            </a:lvl1pPr>
            <a:lvl2pPr>
              <a:buNone/>
              <a:defRPr sz="2850" b="1">
                <a:solidFill>
                  <a:srgbClr val="172C40"/>
                </a:solidFill>
                <a:latin typeface="DejaVu Sans"/>
                <a:ea typeface="DejaVu Sans"/>
                <a:cs typeface="DejaVu Sans"/>
              </a:defRPr>
            </a:lvl2pPr>
            <a:lvl3pPr>
              <a:buNone/>
              <a:defRPr sz="2850" b="1">
                <a:solidFill>
                  <a:srgbClr val="172C40"/>
                </a:solidFill>
                <a:latin typeface="DejaVu Sans"/>
                <a:ea typeface="DejaVu Sans"/>
                <a:cs typeface="DejaVu Sans"/>
              </a:defRPr>
            </a:lvl3pPr>
            <a:lvl4pPr>
              <a:buNone/>
              <a:defRPr sz="2850" b="1">
                <a:solidFill>
                  <a:srgbClr val="172C40"/>
                </a:solidFill>
                <a:latin typeface="DejaVu Sans"/>
                <a:ea typeface="DejaVu Sans"/>
                <a:cs typeface="DejaVu Sans"/>
              </a:defRPr>
            </a:lvl4pPr>
            <a:lvl5pPr>
              <a:buNone/>
              <a:defRPr sz="2850" b="1">
                <a:solidFill>
                  <a:srgbClr val="172C40"/>
                </a:solidFill>
                <a:latin typeface="DejaVu Sans"/>
                <a:ea typeface="DejaVu Sans"/>
                <a:cs typeface="DejaVu Sans"/>
              </a:defRPr>
            </a:lvl5pPr>
            <a:lvl6pPr>
              <a:buNone/>
              <a:defRPr sz="2850" b="1">
                <a:solidFill>
                  <a:srgbClr val="172C40"/>
                </a:solidFill>
                <a:latin typeface="DejaVu Sans"/>
                <a:ea typeface="DejaVu Sans"/>
                <a:cs typeface="DejaVu Sans"/>
              </a:defRPr>
            </a:lvl6pPr>
            <a:lvl7pPr>
              <a:buNone/>
              <a:defRPr sz="2850" b="1">
                <a:solidFill>
                  <a:srgbClr val="172C40"/>
                </a:solidFill>
                <a:latin typeface="DejaVu Sans"/>
                <a:ea typeface="DejaVu Sans"/>
                <a:cs typeface="DejaVu Sans"/>
              </a:defRPr>
            </a:lvl7pPr>
            <a:lvl8pPr>
              <a:buNone/>
              <a:defRPr sz="2850" b="1">
                <a:solidFill>
                  <a:srgbClr val="172C40"/>
                </a:solidFill>
                <a:latin typeface="DejaVu Sans"/>
                <a:ea typeface="DejaVu Sans"/>
                <a:cs typeface="DejaVu Sans"/>
              </a:defRPr>
            </a:lvl8pPr>
            <a:lvl9pPr>
              <a:buNone/>
              <a:defRPr sz="2850" b="1">
                <a:solidFill>
                  <a:srgbClr val="172C40"/>
                </a:solidFill>
                <a:latin typeface="DejaVu Sans"/>
                <a:ea typeface="DejaVu Sans"/>
                <a:cs typeface="DejaVu Sans"/>
              </a:defRPr>
            </a:lvl9pPr>
          </a:lstStyle>
          <a:p xmlns:a="http://schemas.openxmlformats.org/drawingml/2006/main">
            <a:pPr>
              <a:buNone/>
              <a:defRPr sz="2850" b="1">
                <a:solidFill>
                  <a:srgbClr val="172C40"/>
                </a:solidFill>
                <a:latin typeface="DejaVu Sans"/>
                <a:ea typeface="DejaVu Sans"/>
                <a:cs typeface="DejaVu Sans"/>
              </a:defRPr>
            </a:pPr>
            <a:r>
              <a:rPr sz="2850" b="1">
                <a:solidFill>
                  <a:srgbClr val="172C40"/>
                </a:solidFill>
                <a:latin typeface="DejaVu Sans"/>
                <a:ea typeface="DejaVu Sans"/>
                <a:cs typeface="DejaVu Sans"/>
              </a:rPr>
              <a:t>Verification and evaluation plan</a:t>
            </a:r>
          </a:p>
        </p:txBody>
      </p:sp>
      <p:sp>
        <p:nvSpPr>
          <p:cNvPr id="3" name="">
            <a:extLst xmlns:a="http://schemas.openxmlformats.org/drawingml/2006/main">
              <a:ext uri="{FF2B5EF4-FFF2-40B4-BE49-F238E27FC236}">
                <a16:creationId xmlns:a16="http://schemas.microsoft.com/office/drawing/2014/main" id="{2652BD2C-CD1C-4C2F-8331-5BCB7574DA9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E0F2D52-BABE-4FA1-BBFD-9D934A8245EF}"/>
              </a:ext>
            </a:extLst>
          </p:cNvPr>
          <p:cNvSpPr>
            <a:spLocks xmlns:a="http://schemas.openxmlformats.org/drawingml/2006/main" noGrp="1"/>
          </p:cNvSpPr>
          <p:nvPr/>
        </p:nvSpPr>
        <p:spPr>
          <a:xfrm xmlns:a="http://schemas.openxmlformats.org/drawingml/2006/main">
            <a:off x="609600" y="6238875"/>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9 Evaluation / Planned measures, fixed conditions and a manual-game baseline</a:t>
            </a:r>
          </a:p>
        </p:txBody>
      </p:sp>
      <p:sp>
        <p:nvSpPr>
          <p:cNvPr id="5" name="">
            <a:extLst xmlns:a="http://schemas.openxmlformats.org/drawingml/2006/main">
              <a:ext uri="{FF2B5EF4-FFF2-40B4-BE49-F238E27FC236}">
                <a16:creationId xmlns:a16="http://schemas.microsoft.com/office/drawing/2014/main" id="{209289EB-FDD8-4D36-867D-215FBEBF14EC}"/>
              </a:ext>
            </a:extLst>
          </p:cNvPr>
          <p:cNvSpPr>
            <a:spLocks xmlns:a="http://schemas.openxmlformats.org/drawingml/2006/main" noGrp="1"/>
          </p:cNvSpPr>
          <p:nvPr/>
        </p:nvSpPr>
        <p:spPr>
          <a:xfrm xmlns:a="http://schemas.openxmlformats.org/drawingml/2006/main">
            <a:off x="11125200" y="6219825"/>
            <a:ext cx="45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09</a:t>
            </a:r>
          </a:p>
        </p:txBody>
      </p:sp>
      <p:sp>
        <p:nvSpPr>
          <p:cNvPr id="6" name="">
            <a:extLst xmlns:a="http://schemas.openxmlformats.org/drawingml/2006/main">
              <a:ext uri="{FF2B5EF4-FFF2-40B4-BE49-F238E27FC236}">
                <a16:creationId xmlns:a16="http://schemas.microsoft.com/office/drawing/2014/main" id="{E10DEB20-AC6F-4E23-A831-951F608725E7}"/>
              </a:ext>
            </a:extLst>
          </p:cNvPr>
          <p:cNvSpPr>
            <a:spLocks xmlns:a="http://schemas.openxmlformats.org/drawingml/2006/main" noGrp="1"/>
          </p:cNvSpPr>
          <p:nvPr/>
        </p:nvSpPr>
        <p:spPr>
          <a:xfrm xmlns:a="http://schemas.openxmlformats.org/drawingml/2006/main">
            <a:off x="609600" y="1809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7" name="">
            <a:extLst xmlns:a="http://schemas.openxmlformats.org/drawingml/2006/main">
              <a:ext uri="{FF2B5EF4-FFF2-40B4-BE49-F238E27FC236}">
                <a16:creationId xmlns:a16="http://schemas.microsoft.com/office/drawing/2014/main" id="{C6CAA401-7740-4579-9A07-E4A1AD0DDA63}"/>
              </a:ext>
            </a:extLst>
          </p:cNvPr>
          <p:cNvSpPr>
            <a:spLocks xmlns:a="http://schemas.openxmlformats.org/drawingml/2006/main" noGrp="1"/>
          </p:cNvSpPr>
          <p:nvPr/>
        </p:nvSpPr>
        <p:spPr>
          <a:xfrm xmlns:a="http://schemas.openxmlformats.org/drawingml/2006/main">
            <a:off x="609600" y="22479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8" name="">
            <a:extLst xmlns:a="http://schemas.openxmlformats.org/drawingml/2006/main">
              <a:ext uri="{FF2B5EF4-FFF2-40B4-BE49-F238E27FC236}">
                <a16:creationId xmlns:a16="http://schemas.microsoft.com/office/drawing/2014/main" id="{78B059E4-D7A9-4642-A850-69B89FA0D343}"/>
              </a:ext>
            </a:extLst>
          </p:cNvPr>
          <p:cNvSpPr>
            <a:spLocks xmlns:a="http://schemas.openxmlformats.org/drawingml/2006/main" noGrp="1"/>
          </p:cNvSpPr>
          <p:nvPr/>
        </p:nvSpPr>
        <p:spPr>
          <a:xfrm xmlns:a="http://schemas.openxmlformats.org/drawingml/2006/main">
            <a:off x="609600" y="32099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9" name="">
            <a:extLst xmlns:a="http://schemas.openxmlformats.org/drawingml/2006/main">
              <a:ext uri="{FF2B5EF4-FFF2-40B4-BE49-F238E27FC236}">
                <a16:creationId xmlns:a16="http://schemas.microsoft.com/office/drawing/2014/main" id="{B1A8B59D-0166-4679-BE13-55968C0018C1}"/>
              </a:ext>
            </a:extLst>
          </p:cNvPr>
          <p:cNvSpPr>
            <a:spLocks xmlns:a="http://schemas.openxmlformats.org/drawingml/2006/main" noGrp="1"/>
          </p:cNvSpPr>
          <p:nvPr/>
        </p:nvSpPr>
        <p:spPr>
          <a:xfrm xmlns:a="http://schemas.openxmlformats.org/drawingml/2006/main">
            <a:off x="609600" y="36480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10" name="">
            <a:extLst xmlns:a="http://schemas.openxmlformats.org/drawingml/2006/main">
              <a:ext uri="{FF2B5EF4-FFF2-40B4-BE49-F238E27FC236}">
                <a16:creationId xmlns:a16="http://schemas.microsoft.com/office/drawing/2014/main" id="{629BD363-C960-40D4-8B62-75A4DD299307}"/>
              </a:ext>
            </a:extLst>
          </p:cNvPr>
          <p:cNvSpPr>
            <a:spLocks xmlns:a="http://schemas.openxmlformats.org/drawingml/2006/main" noGrp="1"/>
          </p:cNvSpPr>
          <p:nvPr/>
        </p:nvSpPr>
        <p:spPr>
          <a:xfrm xmlns:a="http://schemas.openxmlformats.org/drawingml/2006/main">
            <a:off x="609600" y="46101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11" name="">
            <a:extLst xmlns:a="http://schemas.openxmlformats.org/drawingml/2006/main">
              <a:ext uri="{FF2B5EF4-FFF2-40B4-BE49-F238E27FC236}">
                <a16:creationId xmlns:a16="http://schemas.microsoft.com/office/drawing/2014/main" id="{CBDE29FA-5CFC-4001-97CE-E85216929712}"/>
              </a:ext>
            </a:extLst>
          </p:cNvPr>
          <p:cNvSpPr>
            <a:spLocks xmlns:a="http://schemas.openxmlformats.org/drawingml/2006/main" noGrp="1"/>
          </p:cNvSpPr>
          <p:nvPr/>
        </p:nvSpPr>
        <p:spPr>
          <a:xfrm xmlns:a="http://schemas.openxmlformats.org/drawingml/2006/main">
            <a:off x="609600" y="5048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13" name="">
            <a:extLst xmlns:a="http://schemas.openxmlformats.org/drawingml/2006/main">
              <a:ext uri="{FF2B5EF4-FFF2-40B4-BE49-F238E27FC236}">
                <a16:creationId xmlns:a16="http://schemas.microsoft.com/office/drawing/2014/main" id="{5EAC1869-3F5D-4B1A-9A1C-ED3A5564D7D5}"/>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Planned evaluation sequence</a:t>
            </a:r>
          </a:p>
        </p:txBody>
      </p:sp>
      <p:sp>
        <p:nvSpPr>
          <p:cNvPr id="14" name="">
            <a:extLst xmlns:a="http://schemas.openxmlformats.org/drawingml/2006/main">
              <a:ext uri="{FF2B5EF4-FFF2-40B4-BE49-F238E27FC236}">
                <a16:creationId xmlns:a16="http://schemas.microsoft.com/office/drawing/2014/main" id="{EB2C982C-624D-4C05-80EA-EA25496D0E5D}"/>
              </a:ext>
            </a:extLst>
          </p:cNvPr>
          <p:cNvSpPr>
            <a:spLocks xmlns:a="http://schemas.openxmlformats.org/drawingml/2006/main" noGrp="1"/>
          </p:cNvSpPr>
          <p:nvPr/>
        </p:nvSpPr>
        <p:spPr>
          <a:xfrm xmlns:a="http://schemas.openxmlformats.org/drawingml/2006/main">
            <a:off x="609600" y="2390775"/>
            <a:ext cx="2571750" cy="2047875"/>
          </a:xfrm>
          <a:prstGeom xmlns:a="http://schemas.openxmlformats.org/drawingml/2006/main" prst="rect">
            <a:avLst/>
          </a:prstGeom>
          <a:solidFill xmlns:a="http://schemas.openxmlformats.org/drawingml/2006/main">
            <a:srgbClr val="E7EEF2"/>
          </a:solidFill>
          <a:ln xmlns:a="http://schemas.openxmlformats.org/drawingml/2006/main" w="9525">
            <a:solidFill>
              <a:srgbClr val="CAD4DB"/>
            </a:solidFill>
            <a:prstDash val="solid"/>
          </a:ln>
        </p:spPr>
      </p:sp>
      <p:sp>
        <p:nvSpPr>
          <p:cNvPr id="15" name="">
            <a:extLst xmlns:a="http://schemas.openxmlformats.org/drawingml/2006/main">
              <a:ext uri="{FF2B5EF4-FFF2-40B4-BE49-F238E27FC236}">
                <a16:creationId xmlns:a16="http://schemas.microsoft.com/office/drawing/2014/main" id="{D87DBFA7-D28F-413F-833A-D49D0CF59E80}"/>
              </a:ext>
            </a:extLst>
          </p:cNvPr>
          <p:cNvSpPr>
            <a:spLocks xmlns:a="http://schemas.openxmlformats.org/drawingml/2006/main" noGrp="1"/>
          </p:cNvSpPr>
          <p:nvPr/>
        </p:nvSpPr>
        <p:spPr>
          <a:xfrm xmlns:a="http://schemas.openxmlformats.org/drawingml/2006/main">
            <a:off x="790575" y="2571750"/>
            <a:ext cx="66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2E6478"/>
                </a:solidFill>
                <a:latin typeface="DejaVu Sans"/>
                <a:ea typeface="DejaVu Sans"/>
                <a:cs typeface="DejaVu Sans"/>
              </a:defRPr>
            </a:defPPr>
            <a:lvl1pPr>
              <a:buNone/>
              <a:defRPr sz="1575" b="1">
                <a:solidFill>
                  <a:srgbClr val="2E6478"/>
                </a:solidFill>
                <a:latin typeface="DejaVu Sans"/>
                <a:ea typeface="DejaVu Sans"/>
                <a:cs typeface="DejaVu Sans"/>
              </a:defRPr>
            </a:lvl1pPr>
            <a:lvl2pPr>
              <a:buNone/>
              <a:defRPr sz="1575" b="1">
                <a:solidFill>
                  <a:srgbClr val="2E6478"/>
                </a:solidFill>
                <a:latin typeface="DejaVu Sans"/>
                <a:ea typeface="DejaVu Sans"/>
                <a:cs typeface="DejaVu Sans"/>
              </a:defRPr>
            </a:lvl2pPr>
            <a:lvl3pPr>
              <a:buNone/>
              <a:defRPr sz="1575" b="1">
                <a:solidFill>
                  <a:srgbClr val="2E6478"/>
                </a:solidFill>
                <a:latin typeface="DejaVu Sans"/>
                <a:ea typeface="DejaVu Sans"/>
                <a:cs typeface="DejaVu Sans"/>
              </a:defRPr>
            </a:lvl3pPr>
            <a:lvl4pPr>
              <a:buNone/>
              <a:defRPr sz="1575" b="1">
                <a:solidFill>
                  <a:srgbClr val="2E6478"/>
                </a:solidFill>
                <a:latin typeface="DejaVu Sans"/>
                <a:ea typeface="DejaVu Sans"/>
                <a:cs typeface="DejaVu Sans"/>
              </a:defRPr>
            </a:lvl4pPr>
            <a:lvl5pPr>
              <a:buNone/>
              <a:defRPr sz="1575" b="1">
                <a:solidFill>
                  <a:srgbClr val="2E6478"/>
                </a:solidFill>
                <a:latin typeface="DejaVu Sans"/>
                <a:ea typeface="DejaVu Sans"/>
                <a:cs typeface="DejaVu Sans"/>
              </a:defRPr>
            </a:lvl5pPr>
            <a:lvl6pPr>
              <a:buNone/>
              <a:defRPr sz="1575" b="1">
                <a:solidFill>
                  <a:srgbClr val="2E6478"/>
                </a:solidFill>
                <a:latin typeface="DejaVu Sans"/>
                <a:ea typeface="DejaVu Sans"/>
                <a:cs typeface="DejaVu Sans"/>
              </a:defRPr>
            </a:lvl6pPr>
            <a:lvl7pPr>
              <a:buNone/>
              <a:defRPr sz="1575" b="1">
                <a:solidFill>
                  <a:srgbClr val="2E6478"/>
                </a:solidFill>
                <a:latin typeface="DejaVu Sans"/>
                <a:ea typeface="DejaVu Sans"/>
                <a:cs typeface="DejaVu Sans"/>
              </a:defRPr>
            </a:lvl7pPr>
            <a:lvl8pPr>
              <a:buNone/>
              <a:defRPr sz="1575" b="1">
                <a:solidFill>
                  <a:srgbClr val="2E6478"/>
                </a:solidFill>
                <a:latin typeface="DejaVu Sans"/>
                <a:ea typeface="DejaVu Sans"/>
                <a:cs typeface="DejaVu Sans"/>
              </a:defRPr>
            </a:lvl8pPr>
            <a:lvl9pPr>
              <a:buNone/>
              <a:defRPr sz="1575" b="1">
                <a:solidFill>
                  <a:srgbClr val="2E6478"/>
                </a:solidFill>
                <a:latin typeface="DejaVu Sans"/>
                <a:ea typeface="DejaVu Sans"/>
                <a:cs typeface="DejaVu Sans"/>
              </a:defRPr>
            </a:lvl9pPr>
          </a:lstStyle>
          <a:p xmlns:a="http://schemas.openxmlformats.org/drawingml/2006/main">
            <a:pPr>
              <a:buNone/>
              <a:defRPr sz="1575" b="1">
                <a:solidFill>
                  <a:srgbClr val="2E6478"/>
                </a:solidFill>
                <a:latin typeface="DejaVu Sans"/>
                <a:ea typeface="DejaVu Sans"/>
                <a:cs typeface="DejaVu Sans"/>
              </a:defRPr>
            </a:pPr>
            <a:r>
              <a:rPr sz="1575" b="1">
                <a:solidFill>
                  <a:srgbClr val="2E6478"/>
                </a:solidFill>
                <a:latin typeface="DejaVu Sans"/>
                <a:ea typeface="DejaVu Sans"/>
                <a:cs typeface="DejaVu Sans"/>
              </a:rPr>
              <a:t>01</a:t>
            </a:r>
          </a:p>
        </p:txBody>
      </p:sp>
      <p:sp>
        <p:nvSpPr>
          <p:cNvPr id="16" name="">
            <a:extLst xmlns:a="http://schemas.openxmlformats.org/drawingml/2006/main">
              <a:ext uri="{FF2B5EF4-FFF2-40B4-BE49-F238E27FC236}">
                <a16:creationId xmlns:a16="http://schemas.microsoft.com/office/drawing/2014/main" id="{DD1E4744-182F-477A-B43F-92BE0B7A70C7}"/>
              </a:ext>
            </a:extLst>
          </p:cNvPr>
          <p:cNvSpPr>
            <a:spLocks xmlns:a="http://schemas.openxmlformats.org/drawingml/2006/main" noGrp="1"/>
          </p:cNvSpPr>
          <p:nvPr/>
        </p:nvSpPr>
        <p:spPr>
          <a:xfrm xmlns:a="http://schemas.openxmlformats.org/drawingml/2006/main">
            <a:off x="790575" y="3000375"/>
            <a:ext cx="2238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172C40"/>
                </a:solidFill>
                <a:latin typeface="DejaVu Sans"/>
                <a:ea typeface="DejaVu Sans"/>
                <a:cs typeface="DejaVu Sans"/>
              </a:defRPr>
            </a:defPPr>
            <a:lvl1pPr>
              <a:buNone/>
              <a:defRPr sz="1500" b="1">
                <a:solidFill>
                  <a:srgbClr val="172C40"/>
                </a:solidFill>
                <a:latin typeface="DejaVu Sans"/>
                <a:ea typeface="DejaVu Sans"/>
                <a:cs typeface="DejaVu Sans"/>
              </a:defRPr>
            </a:lvl1pPr>
            <a:lvl2pPr>
              <a:buNone/>
              <a:defRPr sz="1500" b="1">
                <a:solidFill>
                  <a:srgbClr val="172C40"/>
                </a:solidFill>
                <a:latin typeface="DejaVu Sans"/>
                <a:ea typeface="DejaVu Sans"/>
                <a:cs typeface="DejaVu Sans"/>
              </a:defRPr>
            </a:lvl2pPr>
            <a:lvl3pPr>
              <a:buNone/>
              <a:defRPr sz="1500" b="1">
                <a:solidFill>
                  <a:srgbClr val="172C40"/>
                </a:solidFill>
                <a:latin typeface="DejaVu Sans"/>
                <a:ea typeface="DejaVu Sans"/>
                <a:cs typeface="DejaVu Sans"/>
              </a:defRPr>
            </a:lvl3pPr>
            <a:lvl4pPr>
              <a:buNone/>
              <a:defRPr sz="1500" b="1">
                <a:solidFill>
                  <a:srgbClr val="172C40"/>
                </a:solidFill>
                <a:latin typeface="DejaVu Sans"/>
                <a:ea typeface="DejaVu Sans"/>
                <a:cs typeface="DejaVu Sans"/>
              </a:defRPr>
            </a:lvl4pPr>
            <a:lvl5pPr>
              <a:buNone/>
              <a:defRPr sz="1500" b="1">
                <a:solidFill>
                  <a:srgbClr val="172C40"/>
                </a:solidFill>
                <a:latin typeface="DejaVu Sans"/>
                <a:ea typeface="DejaVu Sans"/>
                <a:cs typeface="DejaVu Sans"/>
              </a:defRPr>
            </a:lvl5pPr>
            <a:lvl6pPr>
              <a:buNone/>
              <a:defRPr sz="1500" b="1">
                <a:solidFill>
                  <a:srgbClr val="172C40"/>
                </a:solidFill>
                <a:latin typeface="DejaVu Sans"/>
                <a:ea typeface="DejaVu Sans"/>
                <a:cs typeface="DejaVu Sans"/>
              </a:defRPr>
            </a:lvl6pPr>
            <a:lvl7pPr>
              <a:buNone/>
              <a:defRPr sz="1500" b="1">
                <a:solidFill>
                  <a:srgbClr val="172C40"/>
                </a:solidFill>
                <a:latin typeface="DejaVu Sans"/>
                <a:ea typeface="DejaVu Sans"/>
                <a:cs typeface="DejaVu Sans"/>
              </a:defRPr>
            </a:lvl7pPr>
            <a:lvl8pPr>
              <a:buNone/>
              <a:defRPr sz="1500" b="1">
                <a:solidFill>
                  <a:srgbClr val="172C40"/>
                </a:solidFill>
                <a:latin typeface="DejaVu Sans"/>
                <a:ea typeface="DejaVu Sans"/>
                <a:cs typeface="DejaVu Sans"/>
              </a:defRPr>
            </a:lvl8pPr>
            <a:lvl9pPr>
              <a:buNone/>
              <a:defRPr sz="1500" b="1">
                <a:solidFill>
                  <a:srgbClr val="172C40"/>
                </a:solidFill>
                <a:latin typeface="DejaVu Sans"/>
                <a:ea typeface="DejaVu Sans"/>
                <a:cs typeface="DejaVu Sans"/>
              </a:defRPr>
            </a:lvl9pPr>
          </a:lstStyle>
          <a:p xmlns:a="http://schemas.openxmlformats.org/drawingml/2006/main">
            <a:pPr>
              <a:buNone/>
              <a:defRPr sz="1500" b="1">
                <a:solidFill>
                  <a:srgbClr val="172C40"/>
                </a:solidFill>
                <a:latin typeface="DejaVu Sans"/>
                <a:ea typeface="DejaVu Sans"/>
                <a:cs typeface="DejaVu Sans"/>
              </a:defRPr>
            </a:pPr>
            <a:r>
              <a:rPr sz="1500" b="1">
                <a:solidFill>
                  <a:srgbClr val="172C40"/>
                </a:solidFill>
                <a:latin typeface="DejaVu Sans"/>
                <a:ea typeface="DejaVu Sans"/>
                <a:cs typeface="DejaVu Sans"/>
              </a:rPr>
              <a:t>Manual baseline</a:t>
            </a:r>
          </a:p>
        </p:txBody>
      </p:sp>
      <p:sp>
        <p:nvSpPr>
          <p:cNvPr id="17" name="">
            <a:extLst xmlns:a="http://schemas.openxmlformats.org/drawingml/2006/main">
              <a:ext uri="{FF2B5EF4-FFF2-40B4-BE49-F238E27FC236}">
                <a16:creationId xmlns:a16="http://schemas.microsoft.com/office/drawing/2014/main" id="{C94E0C05-4F66-4523-A8F1-ED8DF10D496B}"/>
              </a:ext>
            </a:extLst>
          </p:cNvPr>
          <p:cNvSpPr>
            <a:spLocks xmlns:a="http://schemas.openxmlformats.org/drawingml/2006/main" noGrp="1"/>
          </p:cNvSpPr>
          <p:nvPr/>
        </p:nvSpPr>
        <p:spPr>
          <a:xfrm xmlns:a="http://schemas.openxmlformats.org/drawingml/2006/main">
            <a:off x="790575" y="3476625"/>
            <a:ext cx="22383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172C40"/>
                </a:solidFill>
                <a:latin typeface="DejaVu Sans"/>
                <a:ea typeface="DejaVu Sans"/>
                <a:cs typeface="DejaVu Sans"/>
              </a:defRPr>
            </a:defPPr>
            <a:lvl1pPr>
              <a:buNone/>
              <a:defRPr sz="1350" b="0">
                <a:solidFill>
                  <a:srgbClr val="172C40"/>
                </a:solidFill>
                <a:latin typeface="DejaVu Sans"/>
                <a:ea typeface="DejaVu Sans"/>
                <a:cs typeface="DejaVu Sans"/>
              </a:defRPr>
            </a:lvl1pPr>
            <a:lvl2pPr>
              <a:buNone/>
              <a:defRPr sz="1350" b="0">
                <a:solidFill>
                  <a:srgbClr val="172C40"/>
                </a:solidFill>
                <a:latin typeface="DejaVu Sans"/>
                <a:ea typeface="DejaVu Sans"/>
                <a:cs typeface="DejaVu Sans"/>
              </a:defRPr>
            </a:lvl2pPr>
            <a:lvl3pPr>
              <a:buNone/>
              <a:defRPr sz="1350" b="0">
                <a:solidFill>
                  <a:srgbClr val="172C40"/>
                </a:solidFill>
                <a:latin typeface="DejaVu Sans"/>
                <a:ea typeface="DejaVu Sans"/>
                <a:cs typeface="DejaVu Sans"/>
              </a:defRPr>
            </a:lvl3pPr>
            <a:lvl4pPr>
              <a:buNone/>
              <a:defRPr sz="1350" b="0">
                <a:solidFill>
                  <a:srgbClr val="172C40"/>
                </a:solidFill>
                <a:latin typeface="DejaVu Sans"/>
                <a:ea typeface="DejaVu Sans"/>
                <a:cs typeface="DejaVu Sans"/>
              </a:defRPr>
            </a:lvl4pPr>
            <a:lvl5pPr>
              <a:buNone/>
              <a:defRPr sz="1350" b="0">
                <a:solidFill>
                  <a:srgbClr val="172C40"/>
                </a:solidFill>
                <a:latin typeface="DejaVu Sans"/>
                <a:ea typeface="DejaVu Sans"/>
                <a:cs typeface="DejaVu Sans"/>
              </a:defRPr>
            </a:lvl5pPr>
            <a:lvl6pPr>
              <a:buNone/>
              <a:defRPr sz="1350" b="0">
                <a:solidFill>
                  <a:srgbClr val="172C40"/>
                </a:solidFill>
                <a:latin typeface="DejaVu Sans"/>
                <a:ea typeface="DejaVu Sans"/>
                <a:cs typeface="DejaVu Sans"/>
              </a:defRPr>
            </a:lvl6pPr>
            <a:lvl7pPr>
              <a:buNone/>
              <a:defRPr sz="1350" b="0">
                <a:solidFill>
                  <a:srgbClr val="172C40"/>
                </a:solidFill>
                <a:latin typeface="DejaVu Sans"/>
                <a:ea typeface="DejaVu Sans"/>
                <a:cs typeface="DejaVu Sans"/>
              </a:defRPr>
            </a:lvl7pPr>
            <a:lvl8pPr>
              <a:buNone/>
              <a:defRPr sz="1350" b="0">
                <a:solidFill>
                  <a:srgbClr val="172C40"/>
                </a:solidFill>
                <a:latin typeface="DejaVu Sans"/>
                <a:ea typeface="DejaVu Sans"/>
                <a:cs typeface="DejaVu Sans"/>
              </a:defRPr>
            </a:lvl8pPr>
            <a:lvl9pPr>
              <a:buNone/>
              <a:defRPr sz="1350" b="0">
                <a:solidFill>
                  <a:srgbClr val="172C40"/>
                </a:solidFill>
                <a:latin typeface="DejaVu Sans"/>
                <a:ea typeface="DejaVu Sans"/>
                <a:cs typeface="DejaVu Sans"/>
              </a:defRPr>
            </a:lvl9pPr>
          </a:lstStyle>
          <a:p xmlns:a="http://schemas.openxmlformats.org/drawingml/2006/main">
            <a:pPr>
              <a:buNone/>
              <a:defRPr sz="1350" b="0">
                <a:solidFill>
                  <a:srgbClr val="172C40"/>
                </a:solidFill>
                <a:latin typeface="DejaVu Sans"/>
                <a:ea typeface="DejaVu Sans"/>
                <a:cs typeface="DejaVu Sans"/>
              </a:defRPr>
            </a:pPr>
            <a:r>
              <a:rPr sz="1350" b="0">
                <a:solidFill>
                  <a:srgbClr val="172C40"/>
                </a:solidFill>
                <a:latin typeface="DejaVu Sans"/>
                <a:ea typeface="DejaVu Sans"/>
                <a:cs typeface="DejaVu Sans"/>
              </a:rPr>
              <a:t>Check the browser runtime with an authored game</a:t>
            </a:r>
          </a:p>
        </p:txBody>
      </p:sp>
      <p:sp>
        <p:nvSpPr>
          <p:cNvPr id="18" name="">
            <a:extLst xmlns:a="http://schemas.openxmlformats.org/drawingml/2006/main">
              <a:ext uri="{FF2B5EF4-FFF2-40B4-BE49-F238E27FC236}">
                <a16:creationId xmlns:a16="http://schemas.microsoft.com/office/drawing/2014/main" id="{107E127B-0647-46C3-A699-CF0B5B008C71}"/>
              </a:ext>
            </a:extLst>
          </p:cNvPr>
          <p:cNvSpPr>
            <a:spLocks xmlns:a="http://schemas.openxmlformats.org/drawingml/2006/main" noGrp="1"/>
          </p:cNvSpPr>
          <p:nvPr/>
        </p:nvSpPr>
        <p:spPr>
          <a:xfrm xmlns:a="http://schemas.openxmlformats.org/drawingml/2006/main">
            <a:off x="3181350" y="3209925"/>
            <a:ext cx="2286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2E6478"/>
                </a:solidFill>
                <a:latin typeface="DejaVu Sans"/>
                <a:ea typeface="DejaVu Sans"/>
                <a:cs typeface="DejaVu Sans"/>
              </a:defRPr>
            </a:defPPr>
            <a:lvl1pPr>
              <a:buNone/>
              <a:defRPr sz="1575" b="1">
                <a:solidFill>
                  <a:srgbClr val="2E6478"/>
                </a:solidFill>
                <a:latin typeface="DejaVu Sans"/>
                <a:ea typeface="DejaVu Sans"/>
                <a:cs typeface="DejaVu Sans"/>
              </a:defRPr>
            </a:lvl1pPr>
            <a:lvl2pPr>
              <a:buNone/>
              <a:defRPr sz="1575" b="1">
                <a:solidFill>
                  <a:srgbClr val="2E6478"/>
                </a:solidFill>
                <a:latin typeface="DejaVu Sans"/>
                <a:ea typeface="DejaVu Sans"/>
                <a:cs typeface="DejaVu Sans"/>
              </a:defRPr>
            </a:lvl2pPr>
            <a:lvl3pPr>
              <a:buNone/>
              <a:defRPr sz="1575" b="1">
                <a:solidFill>
                  <a:srgbClr val="2E6478"/>
                </a:solidFill>
                <a:latin typeface="DejaVu Sans"/>
                <a:ea typeface="DejaVu Sans"/>
                <a:cs typeface="DejaVu Sans"/>
              </a:defRPr>
            </a:lvl3pPr>
            <a:lvl4pPr>
              <a:buNone/>
              <a:defRPr sz="1575" b="1">
                <a:solidFill>
                  <a:srgbClr val="2E6478"/>
                </a:solidFill>
                <a:latin typeface="DejaVu Sans"/>
                <a:ea typeface="DejaVu Sans"/>
                <a:cs typeface="DejaVu Sans"/>
              </a:defRPr>
            </a:lvl4pPr>
            <a:lvl5pPr>
              <a:buNone/>
              <a:defRPr sz="1575" b="1">
                <a:solidFill>
                  <a:srgbClr val="2E6478"/>
                </a:solidFill>
                <a:latin typeface="DejaVu Sans"/>
                <a:ea typeface="DejaVu Sans"/>
                <a:cs typeface="DejaVu Sans"/>
              </a:defRPr>
            </a:lvl5pPr>
            <a:lvl6pPr>
              <a:buNone/>
              <a:defRPr sz="1575" b="1">
                <a:solidFill>
                  <a:srgbClr val="2E6478"/>
                </a:solidFill>
                <a:latin typeface="DejaVu Sans"/>
                <a:ea typeface="DejaVu Sans"/>
                <a:cs typeface="DejaVu Sans"/>
              </a:defRPr>
            </a:lvl6pPr>
            <a:lvl7pPr>
              <a:buNone/>
              <a:defRPr sz="1575" b="1">
                <a:solidFill>
                  <a:srgbClr val="2E6478"/>
                </a:solidFill>
                <a:latin typeface="DejaVu Sans"/>
                <a:ea typeface="DejaVu Sans"/>
                <a:cs typeface="DejaVu Sans"/>
              </a:defRPr>
            </a:lvl7pPr>
            <a:lvl8pPr>
              <a:buNone/>
              <a:defRPr sz="1575" b="1">
                <a:solidFill>
                  <a:srgbClr val="2E6478"/>
                </a:solidFill>
                <a:latin typeface="DejaVu Sans"/>
                <a:ea typeface="DejaVu Sans"/>
                <a:cs typeface="DejaVu Sans"/>
              </a:defRPr>
            </a:lvl8pPr>
            <a:lvl9pPr>
              <a:buNone/>
              <a:defRPr sz="1575" b="1">
                <a:solidFill>
                  <a:srgbClr val="2E6478"/>
                </a:solidFill>
                <a:latin typeface="DejaVu Sans"/>
                <a:ea typeface="DejaVu Sans"/>
                <a:cs typeface="DejaVu Sans"/>
              </a:defRPr>
            </a:lvl9pPr>
          </a:lstStyle>
          <a:p xmlns:a="http://schemas.openxmlformats.org/drawingml/2006/main">
            <a:pPr>
              <a:buNone/>
              <a:defRPr sz="1575" b="1">
                <a:solidFill>
                  <a:srgbClr val="2E6478"/>
                </a:solidFill>
                <a:latin typeface="DejaVu Sans"/>
                <a:ea typeface="DejaVu Sans"/>
                <a:cs typeface="DejaVu Sans"/>
              </a:defRPr>
            </a:pPr>
            <a:r>
              <a:rPr sz="1575" b="1">
                <a:solidFill>
                  <a:srgbClr val="2E6478"/>
                </a:solidFill>
                <a:latin typeface="DejaVu Sans"/>
                <a:ea typeface="DejaVu Sans"/>
                <a:cs typeface="DejaVu Sans"/>
              </a:rPr>
              <a:t>→</a:t>
            </a:r>
          </a:p>
        </p:txBody>
      </p:sp>
      <p:sp>
        <p:nvSpPr>
          <p:cNvPr id="19" name="">
            <a:extLst xmlns:a="http://schemas.openxmlformats.org/drawingml/2006/main">
              <a:ext uri="{FF2B5EF4-FFF2-40B4-BE49-F238E27FC236}">
                <a16:creationId xmlns:a16="http://schemas.microsoft.com/office/drawing/2014/main" id="{A54D0E05-A087-437C-9608-4889A9415C49}"/>
              </a:ext>
            </a:extLst>
          </p:cNvPr>
          <p:cNvSpPr>
            <a:spLocks xmlns:a="http://schemas.openxmlformats.org/drawingml/2006/main" noGrp="1"/>
          </p:cNvSpPr>
          <p:nvPr/>
        </p:nvSpPr>
        <p:spPr>
          <a:xfrm xmlns:a="http://schemas.openxmlformats.org/drawingml/2006/main">
            <a:off x="3409950" y="2390775"/>
            <a:ext cx="2571750" cy="2047875"/>
          </a:xfrm>
          <a:prstGeom xmlns:a="http://schemas.openxmlformats.org/drawingml/2006/main" prst="rect">
            <a:avLst/>
          </a:prstGeom>
          <a:solidFill xmlns:a="http://schemas.openxmlformats.org/drawingml/2006/main">
            <a:srgbClr val="E7EEF2"/>
          </a:solidFill>
          <a:ln xmlns:a="http://schemas.openxmlformats.org/drawingml/2006/main" w="9525">
            <a:solidFill>
              <a:srgbClr val="CAD4DB"/>
            </a:solidFill>
            <a:prstDash val="solid"/>
          </a:ln>
        </p:spPr>
      </p:sp>
      <p:sp>
        <p:nvSpPr>
          <p:cNvPr id="20" name="">
            <a:extLst xmlns:a="http://schemas.openxmlformats.org/drawingml/2006/main">
              <a:ext uri="{FF2B5EF4-FFF2-40B4-BE49-F238E27FC236}">
                <a16:creationId xmlns:a16="http://schemas.microsoft.com/office/drawing/2014/main" id="{9815CD2A-3A41-4588-B896-50067D0A8A50}"/>
              </a:ext>
            </a:extLst>
          </p:cNvPr>
          <p:cNvSpPr>
            <a:spLocks xmlns:a="http://schemas.openxmlformats.org/drawingml/2006/main" noGrp="1"/>
          </p:cNvSpPr>
          <p:nvPr/>
        </p:nvSpPr>
        <p:spPr>
          <a:xfrm xmlns:a="http://schemas.openxmlformats.org/drawingml/2006/main">
            <a:off x="3590925" y="2571750"/>
            <a:ext cx="66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2E6478"/>
                </a:solidFill>
                <a:latin typeface="DejaVu Sans"/>
                <a:ea typeface="DejaVu Sans"/>
                <a:cs typeface="DejaVu Sans"/>
              </a:defRPr>
            </a:defPPr>
            <a:lvl1pPr>
              <a:buNone/>
              <a:defRPr sz="1575" b="1">
                <a:solidFill>
                  <a:srgbClr val="2E6478"/>
                </a:solidFill>
                <a:latin typeface="DejaVu Sans"/>
                <a:ea typeface="DejaVu Sans"/>
                <a:cs typeface="DejaVu Sans"/>
              </a:defRPr>
            </a:lvl1pPr>
            <a:lvl2pPr>
              <a:buNone/>
              <a:defRPr sz="1575" b="1">
                <a:solidFill>
                  <a:srgbClr val="2E6478"/>
                </a:solidFill>
                <a:latin typeface="DejaVu Sans"/>
                <a:ea typeface="DejaVu Sans"/>
                <a:cs typeface="DejaVu Sans"/>
              </a:defRPr>
            </a:lvl2pPr>
            <a:lvl3pPr>
              <a:buNone/>
              <a:defRPr sz="1575" b="1">
                <a:solidFill>
                  <a:srgbClr val="2E6478"/>
                </a:solidFill>
                <a:latin typeface="DejaVu Sans"/>
                <a:ea typeface="DejaVu Sans"/>
                <a:cs typeface="DejaVu Sans"/>
              </a:defRPr>
            </a:lvl3pPr>
            <a:lvl4pPr>
              <a:buNone/>
              <a:defRPr sz="1575" b="1">
                <a:solidFill>
                  <a:srgbClr val="2E6478"/>
                </a:solidFill>
                <a:latin typeface="DejaVu Sans"/>
                <a:ea typeface="DejaVu Sans"/>
                <a:cs typeface="DejaVu Sans"/>
              </a:defRPr>
            </a:lvl4pPr>
            <a:lvl5pPr>
              <a:buNone/>
              <a:defRPr sz="1575" b="1">
                <a:solidFill>
                  <a:srgbClr val="2E6478"/>
                </a:solidFill>
                <a:latin typeface="DejaVu Sans"/>
                <a:ea typeface="DejaVu Sans"/>
                <a:cs typeface="DejaVu Sans"/>
              </a:defRPr>
            </a:lvl5pPr>
            <a:lvl6pPr>
              <a:buNone/>
              <a:defRPr sz="1575" b="1">
                <a:solidFill>
                  <a:srgbClr val="2E6478"/>
                </a:solidFill>
                <a:latin typeface="DejaVu Sans"/>
                <a:ea typeface="DejaVu Sans"/>
                <a:cs typeface="DejaVu Sans"/>
              </a:defRPr>
            </a:lvl6pPr>
            <a:lvl7pPr>
              <a:buNone/>
              <a:defRPr sz="1575" b="1">
                <a:solidFill>
                  <a:srgbClr val="2E6478"/>
                </a:solidFill>
                <a:latin typeface="DejaVu Sans"/>
                <a:ea typeface="DejaVu Sans"/>
                <a:cs typeface="DejaVu Sans"/>
              </a:defRPr>
            </a:lvl7pPr>
            <a:lvl8pPr>
              <a:buNone/>
              <a:defRPr sz="1575" b="1">
                <a:solidFill>
                  <a:srgbClr val="2E6478"/>
                </a:solidFill>
                <a:latin typeface="DejaVu Sans"/>
                <a:ea typeface="DejaVu Sans"/>
                <a:cs typeface="DejaVu Sans"/>
              </a:defRPr>
            </a:lvl8pPr>
            <a:lvl9pPr>
              <a:buNone/>
              <a:defRPr sz="1575" b="1">
                <a:solidFill>
                  <a:srgbClr val="2E6478"/>
                </a:solidFill>
                <a:latin typeface="DejaVu Sans"/>
                <a:ea typeface="DejaVu Sans"/>
                <a:cs typeface="DejaVu Sans"/>
              </a:defRPr>
            </a:lvl9pPr>
          </a:lstStyle>
          <a:p xmlns:a="http://schemas.openxmlformats.org/drawingml/2006/main">
            <a:pPr>
              <a:buNone/>
              <a:defRPr sz="1575" b="1">
                <a:solidFill>
                  <a:srgbClr val="2E6478"/>
                </a:solidFill>
                <a:latin typeface="DejaVu Sans"/>
                <a:ea typeface="DejaVu Sans"/>
                <a:cs typeface="DejaVu Sans"/>
              </a:defRPr>
            </a:pPr>
            <a:r>
              <a:rPr sz="1575" b="1">
                <a:solidFill>
                  <a:srgbClr val="2E6478"/>
                </a:solidFill>
                <a:latin typeface="DejaVu Sans"/>
                <a:ea typeface="DejaVu Sans"/>
                <a:cs typeface="DejaVu Sans"/>
              </a:rPr>
              <a:t>02</a:t>
            </a:r>
          </a:p>
        </p:txBody>
      </p:sp>
      <p:sp>
        <p:nvSpPr>
          <p:cNvPr id="21" name="">
            <a:extLst xmlns:a="http://schemas.openxmlformats.org/drawingml/2006/main">
              <a:ext uri="{FF2B5EF4-FFF2-40B4-BE49-F238E27FC236}">
                <a16:creationId xmlns:a16="http://schemas.microsoft.com/office/drawing/2014/main" id="{786F3F60-D8E5-4269-8CC6-0FCCF73967C0}"/>
              </a:ext>
            </a:extLst>
          </p:cNvPr>
          <p:cNvSpPr>
            <a:spLocks xmlns:a="http://schemas.openxmlformats.org/drawingml/2006/main" noGrp="1"/>
          </p:cNvSpPr>
          <p:nvPr/>
        </p:nvSpPr>
        <p:spPr>
          <a:xfrm xmlns:a="http://schemas.openxmlformats.org/drawingml/2006/main">
            <a:off x="3590925" y="3000375"/>
            <a:ext cx="2238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172C40"/>
                </a:solidFill>
                <a:latin typeface="DejaVu Sans"/>
                <a:ea typeface="DejaVu Sans"/>
                <a:cs typeface="DejaVu Sans"/>
              </a:defRPr>
            </a:defPPr>
            <a:lvl1pPr>
              <a:buNone/>
              <a:defRPr sz="1500" b="1">
                <a:solidFill>
                  <a:srgbClr val="172C40"/>
                </a:solidFill>
                <a:latin typeface="DejaVu Sans"/>
                <a:ea typeface="DejaVu Sans"/>
                <a:cs typeface="DejaVu Sans"/>
              </a:defRPr>
            </a:lvl1pPr>
            <a:lvl2pPr>
              <a:buNone/>
              <a:defRPr sz="1500" b="1">
                <a:solidFill>
                  <a:srgbClr val="172C40"/>
                </a:solidFill>
                <a:latin typeface="DejaVu Sans"/>
                <a:ea typeface="DejaVu Sans"/>
                <a:cs typeface="DejaVu Sans"/>
              </a:defRPr>
            </a:lvl2pPr>
            <a:lvl3pPr>
              <a:buNone/>
              <a:defRPr sz="1500" b="1">
                <a:solidFill>
                  <a:srgbClr val="172C40"/>
                </a:solidFill>
                <a:latin typeface="DejaVu Sans"/>
                <a:ea typeface="DejaVu Sans"/>
                <a:cs typeface="DejaVu Sans"/>
              </a:defRPr>
            </a:lvl3pPr>
            <a:lvl4pPr>
              <a:buNone/>
              <a:defRPr sz="1500" b="1">
                <a:solidFill>
                  <a:srgbClr val="172C40"/>
                </a:solidFill>
                <a:latin typeface="DejaVu Sans"/>
                <a:ea typeface="DejaVu Sans"/>
                <a:cs typeface="DejaVu Sans"/>
              </a:defRPr>
            </a:lvl4pPr>
            <a:lvl5pPr>
              <a:buNone/>
              <a:defRPr sz="1500" b="1">
                <a:solidFill>
                  <a:srgbClr val="172C40"/>
                </a:solidFill>
                <a:latin typeface="DejaVu Sans"/>
                <a:ea typeface="DejaVu Sans"/>
                <a:cs typeface="DejaVu Sans"/>
              </a:defRPr>
            </a:lvl5pPr>
            <a:lvl6pPr>
              <a:buNone/>
              <a:defRPr sz="1500" b="1">
                <a:solidFill>
                  <a:srgbClr val="172C40"/>
                </a:solidFill>
                <a:latin typeface="DejaVu Sans"/>
                <a:ea typeface="DejaVu Sans"/>
                <a:cs typeface="DejaVu Sans"/>
              </a:defRPr>
            </a:lvl6pPr>
            <a:lvl7pPr>
              <a:buNone/>
              <a:defRPr sz="1500" b="1">
                <a:solidFill>
                  <a:srgbClr val="172C40"/>
                </a:solidFill>
                <a:latin typeface="DejaVu Sans"/>
                <a:ea typeface="DejaVu Sans"/>
                <a:cs typeface="DejaVu Sans"/>
              </a:defRPr>
            </a:lvl7pPr>
            <a:lvl8pPr>
              <a:buNone/>
              <a:defRPr sz="1500" b="1">
                <a:solidFill>
                  <a:srgbClr val="172C40"/>
                </a:solidFill>
                <a:latin typeface="DejaVu Sans"/>
                <a:ea typeface="DejaVu Sans"/>
                <a:cs typeface="DejaVu Sans"/>
              </a:defRPr>
            </a:lvl8pPr>
            <a:lvl9pPr>
              <a:buNone/>
              <a:defRPr sz="1500" b="1">
                <a:solidFill>
                  <a:srgbClr val="172C40"/>
                </a:solidFill>
                <a:latin typeface="DejaVu Sans"/>
                <a:ea typeface="DejaVu Sans"/>
                <a:cs typeface="DejaVu Sans"/>
              </a:defRPr>
            </a:lvl9pPr>
          </a:lstStyle>
          <a:p xmlns:a="http://schemas.openxmlformats.org/drawingml/2006/main">
            <a:pPr>
              <a:buNone/>
              <a:defRPr sz="1500" b="1">
                <a:solidFill>
                  <a:srgbClr val="172C40"/>
                </a:solidFill>
                <a:latin typeface="DejaVu Sans"/>
                <a:ea typeface="DejaVu Sans"/>
                <a:cs typeface="DejaVu Sans"/>
              </a:defRPr>
            </a:pPr>
            <a:r>
              <a:rPr sz="1500" b="1">
                <a:solidFill>
                  <a:srgbClr val="172C40"/>
                </a:solidFill>
                <a:latin typeface="DejaVu Sans"/>
                <a:ea typeface="DejaVu Sans"/>
                <a:cs typeface="DejaVu Sans"/>
              </a:rPr>
              <a:t>Generation validity</a:t>
            </a:r>
          </a:p>
        </p:txBody>
      </p:sp>
      <p:sp>
        <p:nvSpPr>
          <p:cNvPr id="22" name="">
            <a:extLst xmlns:a="http://schemas.openxmlformats.org/drawingml/2006/main">
              <a:ext uri="{FF2B5EF4-FFF2-40B4-BE49-F238E27FC236}">
                <a16:creationId xmlns:a16="http://schemas.microsoft.com/office/drawing/2014/main" id="{04AE79FD-6C46-4DD3-B6E6-0325114D96B0}"/>
              </a:ext>
            </a:extLst>
          </p:cNvPr>
          <p:cNvSpPr>
            <a:spLocks xmlns:a="http://schemas.openxmlformats.org/drawingml/2006/main" noGrp="1"/>
          </p:cNvSpPr>
          <p:nvPr/>
        </p:nvSpPr>
        <p:spPr>
          <a:xfrm xmlns:a="http://schemas.openxmlformats.org/drawingml/2006/main">
            <a:off x="3590925" y="3476625"/>
            <a:ext cx="22383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172C40"/>
                </a:solidFill>
                <a:latin typeface="DejaVu Sans"/>
                <a:ea typeface="DejaVu Sans"/>
                <a:cs typeface="DejaVu Sans"/>
              </a:defRPr>
            </a:defPPr>
            <a:lvl1pPr>
              <a:buNone/>
              <a:defRPr sz="1350" b="0">
                <a:solidFill>
                  <a:srgbClr val="172C40"/>
                </a:solidFill>
                <a:latin typeface="DejaVu Sans"/>
                <a:ea typeface="DejaVu Sans"/>
                <a:cs typeface="DejaVu Sans"/>
              </a:defRPr>
            </a:lvl1pPr>
            <a:lvl2pPr>
              <a:buNone/>
              <a:defRPr sz="1350" b="0">
                <a:solidFill>
                  <a:srgbClr val="172C40"/>
                </a:solidFill>
                <a:latin typeface="DejaVu Sans"/>
                <a:ea typeface="DejaVu Sans"/>
                <a:cs typeface="DejaVu Sans"/>
              </a:defRPr>
            </a:lvl2pPr>
            <a:lvl3pPr>
              <a:buNone/>
              <a:defRPr sz="1350" b="0">
                <a:solidFill>
                  <a:srgbClr val="172C40"/>
                </a:solidFill>
                <a:latin typeface="DejaVu Sans"/>
                <a:ea typeface="DejaVu Sans"/>
                <a:cs typeface="DejaVu Sans"/>
              </a:defRPr>
            </a:lvl3pPr>
            <a:lvl4pPr>
              <a:buNone/>
              <a:defRPr sz="1350" b="0">
                <a:solidFill>
                  <a:srgbClr val="172C40"/>
                </a:solidFill>
                <a:latin typeface="DejaVu Sans"/>
                <a:ea typeface="DejaVu Sans"/>
                <a:cs typeface="DejaVu Sans"/>
              </a:defRPr>
            </a:lvl4pPr>
            <a:lvl5pPr>
              <a:buNone/>
              <a:defRPr sz="1350" b="0">
                <a:solidFill>
                  <a:srgbClr val="172C40"/>
                </a:solidFill>
                <a:latin typeface="DejaVu Sans"/>
                <a:ea typeface="DejaVu Sans"/>
                <a:cs typeface="DejaVu Sans"/>
              </a:defRPr>
            </a:lvl5pPr>
            <a:lvl6pPr>
              <a:buNone/>
              <a:defRPr sz="1350" b="0">
                <a:solidFill>
                  <a:srgbClr val="172C40"/>
                </a:solidFill>
                <a:latin typeface="DejaVu Sans"/>
                <a:ea typeface="DejaVu Sans"/>
                <a:cs typeface="DejaVu Sans"/>
              </a:defRPr>
            </a:lvl6pPr>
            <a:lvl7pPr>
              <a:buNone/>
              <a:defRPr sz="1350" b="0">
                <a:solidFill>
                  <a:srgbClr val="172C40"/>
                </a:solidFill>
                <a:latin typeface="DejaVu Sans"/>
                <a:ea typeface="DejaVu Sans"/>
                <a:cs typeface="DejaVu Sans"/>
              </a:defRPr>
            </a:lvl7pPr>
            <a:lvl8pPr>
              <a:buNone/>
              <a:defRPr sz="1350" b="0">
                <a:solidFill>
                  <a:srgbClr val="172C40"/>
                </a:solidFill>
                <a:latin typeface="DejaVu Sans"/>
                <a:ea typeface="DejaVu Sans"/>
                <a:cs typeface="DejaVu Sans"/>
              </a:defRPr>
            </a:lvl8pPr>
            <a:lvl9pPr>
              <a:buNone/>
              <a:defRPr sz="1350" b="0">
                <a:solidFill>
                  <a:srgbClr val="172C40"/>
                </a:solidFill>
                <a:latin typeface="DejaVu Sans"/>
                <a:ea typeface="DejaVu Sans"/>
                <a:cs typeface="DejaVu Sans"/>
              </a:defRPr>
            </a:lvl9pPr>
          </a:lstStyle>
          <a:p xmlns:a="http://schemas.openxmlformats.org/drawingml/2006/main">
            <a:pPr>
              <a:buNone/>
              <a:defRPr sz="1350" b="0">
                <a:solidFill>
                  <a:srgbClr val="172C40"/>
                </a:solidFill>
                <a:latin typeface="DejaVu Sans"/>
                <a:ea typeface="DejaVu Sans"/>
                <a:cs typeface="DejaVu Sans"/>
              </a:defRPr>
            </a:pPr>
            <a:r>
              <a:rPr sz="1350" b="0">
                <a:solidFill>
                  <a:srgbClr val="172C40"/>
                </a:solidFill>
                <a:latin typeface="DejaVu Sans"/>
                <a:ea typeface="DejaVu Sans"/>
                <a:cs typeface="DejaVu Sans"/>
              </a:rPr>
              <a:t>Record every attempt and validate each output</a:t>
            </a:r>
          </a:p>
        </p:txBody>
      </p:sp>
      <p:sp>
        <p:nvSpPr>
          <p:cNvPr id="23" name="">
            <a:extLst xmlns:a="http://schemas.openxmlformats.org/drawingml/2006/main">
              <a:ext uri="{FF2B5EF4-FFF2-40B4-BE49-F238E27FC236}">
                <a16:creationId xmlns:a16="http://schemas.microsoft.com/office/drawing/2014/main" id="{092174AF-7C7D-4030-9478-1B2E497A1A3F}"/>
              </a:ext>
            </a:extLst>
          </p:cNvPr>
          <p:cNvSpPr>
            <a:spLocks xmlns:a="http://schemas.openxmlformats.org/drawingml/2006/main" noGrp="1"/>
          </p:cNvSpPr>
          <p:nvPr/>
        </p:nvSpPr>
        <p:spPr>
          <a:xfrm xmlns:a="http://schemas.openxmlformats.org/drawingml/2006/main">
            <a:off x="5981700" y="3209925"/>
            <a:ext cx="2286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2E6478"/>
                </a:solidFill>
                <a:latin typeface="DejaVu Sans"/>
                <a:ea typeface="DejaVu Sans"/>
                <a:cs typeface="DejaVu Sans"/>
              </a:defRPr>
            </a:defPPr>
            <a:lvl1pPr>
              <a:buNone/>
              <a:defRPr sz="1575" b="1">
                <a:solidFill>
                  <a:srgbClr val="2E6478"/>
                </a:solidFill>
                <a:latin typeface="DejaVu Sans"/>
                <a:ea typeface="DejaVu Sans"/>
                <a:cs typeface="DejaVu Sans"/>
              </a:defRPr>
            </a:lvl1pPr>
            <a:lvl2pPr>
              <a:buNone/>
              <a:defRPr sz="1575" b="1">
                <a:solidFill>
                  <a:srgbClr val="2E6478"/>
                </a:solidFill>
                <a:latin typeface="DejaVu Sans"/>
                <a:ea typeface="DejaVu Sans"/>
                <a:cs typeface="DejaVu Sans"/>
              </a:defRPr>
            </a:lvl2pPr>
            <a:lvl3pPr>
              <a:buNone/>
              <a:defRPr sz="1575" b="1">
                <a:solidFill>
                  <a:srgbClr val="2E6478"/>
                </a:solidFill>
                <a:latin typeface="DejaVu Sans"/>
                <a:ea typeface="DejaVu Sans"/>
                <a:cs typeface="DejaVu Sans"/>
              </a:defRPr>
            </a:lvl3pPr>
            <a:lvl4pPr>
              <a:buNone/>
              <a:defRPr sz="1575" b="1">
                <a:solidFill>
                  <a:srgbClr val="2E6478"/>
                </a:solidFill>
                <a:latin typeface="DejaVu Sans"/>
                <a:ea typeface="DejaVu Sans"/>
                <a:cs typeface="DejaVu Sans"/>
              </a:defRPr>
            </a:lvl4pPr>
            <a:lvl5pPr>
              <a:buNone/>
              <a:defRPr sz="1575" b="1">
                <a:solidFill>
                  <a:srgbClr val="2E6478"/>
                </a:solidFill>
                <a:latin typeface="DejaVu Sans"/>
                <a:ea typeface="DejaVu Sans"/>
                <a:cs typeface="DejaVu Sans"/>
              </a:defRPr>
            </a:lvl5pPr>
            <a:lvl6pPr>
              <a:buNone/>
              <a:defRPr sz="1575" b="1">
                <a:solidFill>
                  <a:srgbClr val="2E6478"/>
                </a:solidFill>
                <a:latin typeface="DejaVu Sans"/>
                <a:ea typeface="DejaVu Sans"/>
                <a:cs typeface="DejaVu Sans"/>
              </a:defRPr>
            </a:lvl6pPr>
            <a:lvl7pPr>
              <a:buNone/>
              <a:defRPr sz="1575" b="1">
                <a:solidFill>
                  <a:srgbClr val="2E6478"/>
                </a:solidFill>
                <a:latin typeface="DejaVu Sans"/>
                <a:ea typeface="DejaVu Sans"/>
                <a:cs typeface="DejaVu Sans"/>
              </a:defRPr>
            </a:lvl7pPr>
            <a:lvl8pPr>
              <a:buNone/>
              <a:defRPr sz="1575" b="1">
                <a:solidFill>
                  <a:srgbClr val="2E6478"/>
                </a:solidFill>
                <a:latin typeface="DejaVu Sans"/>
                <a:ea typeface="DejaVu Sans"/>
                <a:cs typeface="DejaVu Sans"/>
              </a:defRPr>
            </a:lvl8pPr>
            <a:lvl9pPr>
              <a:buNone/>
              <a:defRPr sz="1575" b="1">
                <a:solidFill>
                  <a:srgbClr val="2E6478"/>
                </a:solidFill>
                <a:latin typeface="DejaVu Sans"/>
                <a:ea typeface="DejaVu Sans"/>
                <a:cs typeface="DejaVu Sans"/>
              </a:defRPr>
            </a:lvl9pPr>
          </a:lstStyle>
          <a:p xmlns:a="http://schemas.openxmlformats.org/drawingml/2006/main">
            <a:pPr>
              <a:buNone/>
              <a:defRPr sz="1575" b="1">
                <a:solidFill>
                  <a:srgbClr val="2E6478"/>
                </a:solidFill>
                <a:latin typeface="DejaVu Sans"/>
                <a:ea typeface="DejaVu Sans"/>
                <a:cs typeface="DejaVu Sans"/>
              </a:defRPr>
            </a:pPr>
            <a:r>
              <a:rPr sz="1575" b="1">
                <a:solidFill>
                  <a:srgbClr val="2E6478"/>
                </a:solidFill>
                <a:latin typeface="DejaVu Sans"/>
                <a:ea typeface="DejaVu Sans"/>
                <a:cs typeface="DejaVu Sans"/>
              </a:rPr>
              <a:t>→</a:t>
            </a:r>
          </a:p>
        </p:txBody>
      </p:sp>
      <p:sp>
        <p:nvSpPr>
          <p:cNvPr id="24" name="">
            <a:extLst xmlns:a="http://schemas.openxmlformats.org/drawingml/2006/main">
              <a:ext uri="{FF2B5EF4-FFF2-40B4-BE49-F238E27FC236}">
                <a16:creationId xmlns:a16="http://schemas.microsoft.com/office/drawing/2014/main" id="{EA4DF532-1C22-46F9-AAA1-8B4D41921E6F}"/>
              </a:ext>
            </a:extLst>
          </p:cNvPr>
          <p:cNvSpPr>
            <a:spLocks xmlns:a="http://schemas.openxmlformats.org/drawingml/2006/main" noGrp="1"/>
          </p:cNvSpPr>
          <p:nvPr/>
        </p:nvSpPr>
        <p:spPr>
          <a:xfrm xmlns:a="http://schemas.openxmlformats.org/drawingml/2006/main">
            <a:off x="6210300" y="2390775"/>
            <a:ext cx="2571750" cy="2047875"/>
          </a:xfrm>
          <a:prstGeom xmlns:a="http://schemas.openxmlformats.org/drawingml/2006/main" prst="rect">
            <a:avLst/>
          </a:prstGeom>
          <a:solidFill xmlns:a="http://schemas.openxmlformats.org/drawingml/2006/main">
            <a:srgbClr val="E7EEF2"/>
          </a:solidFill>
          <a:ln xmlns:a="http://schemas.openxmlformats.org/drawingml/2006/main" w="9525">
            <a:solidFill>
              <a:srgbClr val="CAD4DB"/>
            </a:solidFill>
            <a:prstDash val="solid"/>
          </a:ln>
        </p:spPr>
      </p:sp>
      <p:sp>
        <p:nvSpPr>
          <p:cNvPr id="25" name="">
            <a:extLst xmlns:a="http://schemas.openxmlformats.org/drawingml/2006/main">
              <a:ext uri="{FF2B5EF4-FFF2-40B4-BE49-F238E27FC236}">
                <a16:creationId xmlns:a16="http://schemas.microsoft.com/office/drawing/2014/main" id="{3AE4FF9B-0292-4C04-A4C0-CBDDF59A34DC}"/>
              </a:ext>
            </a:extLst>
          </p:cNvPr>
          <p:cNvSpPr>
            <a:spLocks xmlns:a="http://schemas.openxmlformats.org/drawingml/2006/main" noGrp="1"/>
          </p:cNvSpPr>
          <p:nvPr/>
        </p:nvSpPr>
        <p:spPr>
          <a:xfrm xmlns:a="http://schemas.openxmlformats.org/drawingml/2006/main">
            <a:off x="6391275" y="2571750"/>
            <a:ext cx="66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2E6478"/>
                </a:solidFill>
                <a:latin typeface="DejaVu Sans"/>
                <a:ea typeface="DejaVu Sans"/>
                <a:cs typeface="DejaVu Sans"/>
              </a:defRPr>
            </a:defPPr>
            <a:lvl1pPr>
              <a:buNone/>
              <a:defRPr sz="1575" b="1">
                <a:solidFill>
                  <a:srgbClr val="2E6478"/>
                </a:solidFill>
                <a:latin typeface="DejaVu Sans"/>
                <a:ea typeface="DejaVu Sans"/>
                <a:cs typeface="DejaVu Sans"/>
              </a:defRPr>
            </a:lvl1pPr>
            <a:lvl2pPr>
              <a:buNone/>
              <a:defRPr sz="1575" b="1">
                <a:solidFill>
                  <a:srgbClr val="2E6478"/>
                </a:solidFill>
                <a:latin typeface="DejaVu Sans"/>
                <a:ea typeface="DejaVu Sans"/>
                <a:cs typeface="DejaVu Sans"/>
              </a:defRPr>
            </a:lvl2pPr>
            <a:lvl3pPr>
              <a:buNone/>
              <a:defRPr sz="1575" b="1">
                <a:solidFill>
                  <a:srgbClr val="2E6478"/>
                </a:solidFill>
                <a:latin typeface="DejaVu Sans"/>
                <a:ea typeface="DejaVu Sans"/>
                <a:cs typeface="DejaVu Sans"/>
              </a:defRPr>
            </a:lvl3pPr>
            <a:lvl4pPr>
              <a:buNone/>
              <a:defRPr sz="1575" b="1">
                <a:solidFill>
                  <a:srgbClr val="2E6478"/>
                </a:solidFill>
                <a:latin typeface="DejaVu Sans"/>
                <a:ea typeface="DejaVu Sans"/>
                <a:cs typeface="DejaVu Sans"/>
              </a:defRPr>
            </a:lvl4pPr>
            <a:lvl5pPr>
              <a:buNone/>
              <a:defRPr sz="1575" b="1">
                <a:solidFill>
                  <a:srgbClr val="2E6478"/>
                </a:solidFill>
                <a:latin typeface="DejaVu Sans"/>
                <a:ea typeface="DejaVu Sans"/>
                <a:cs typeface="DejaVu Sans"/>
              </a:defRPr>
            </a:lvl5pPr>
            <a:lvl6pPr>
              <a:buNone/>
              <a:defRPr sz="1575" b="1">
                <a:solidFill>
                  <a:srgbClr val="2E6478"/>
                </a:solidFill>
                <a:latin typeface="DejaVu Sans"/>
                <a:ea typeface="DejaVu Sans"/>
                <a:cs typeface="DejaVu Sans"/>
              </a:defRPr>
            </a:lvl6pPr>
            <a:lvl7pPr>
              <a:buNone/>
              <a:defRPr sz="1575" b="1">
                <a:solidFill>
                  <a:srgbClr val="2E6478"/>
                </a:solidFill>
                <a:latin typeface="DejaVu Sans"/>
                <a:ea typeface="DejaVu Sans"/>
                <a:cs typeface="DejaVu Sans"/>
              </a:defRPr>
            </a:lvl7pPr>
            <a:lvl8pPr>
              <a:buNone/>
              <a:defRPr sz="1575" b="1">
                <a:solidFill>
                  <a:srgbClr val="2E6478"/>
                </a:solidFill>
                <a:latin typeface="DejaVu Sans"/>
                <a:ea typeface="DejaVu Sans"/>
                <a:cs typeface="DejaVu Sans"/>
              </a:defRPr>
            </a:lvl8pPr>
            <a:lvl9pPr>
              <a:buNone/>
              <a:defRPr sz="1575" b="1">
                <a:solidFill>
                  <a:srgbClr val="2E6478"/>
                </a:solidFill>
                <a:latin typeface="DejaVu Sans"/>
                <a:ea typeface="DejaVu Sans"/>
                <a:cs typeface="DejaVu Sans"/>
              </a:defRPr>
            </a:lvl9pPr>
          </a:lstStyle>
          <a:p xmlns:a="http://schemas.openxmlformats.org/drawingml/2006/main">
            <a:pPr>
              <a:buNone/>
              <a:defRPr sz="1575" b="1">
                <a:solidFill>
                  <a:srgbClr val="2E6478"/>
                </a:solidFill>
                <a:latin typeface="DejaVu Sans"/>
                <a:ea typeface="DejaVu Sans"/>
                <a:cs typeface="DejaVu Sans"/>
              </a:defRPr>
            </a:pPr>
            <a:r>
              <a:rPr sz="1575" b="1">
                <a:solidFill>
                  <a:srgbClr val="2E6478"/>
                </a:solidFill>
                <a:latin typeface="DejaVu Sans"/>
                <a:ea typeface="DejaVu Sans"/>
                <a:cs typeface="DejaVu Sans"/>
              </a:rPr>
              <a:t>03</a:t>
            </a:r>
          </a:p>
        </p:txBody>
      </p:sp>
      <p:sp>
        <p:nvSpPr>
          <p:cNvPr id="26" name="">
            <a:extLst xmlns:a="http://schemas.openxmlformats.org/drawingml/2006/main">
              <a:ext uri="{FF2B5EF4-FFF2-40B4-BE49-F238E27FC236}">
                <a16:creationId xmlns:a16="http://schemas.microsoft.com/office/drawing/2014/main" id="{9AE73D49-11CC-44F4-AB21-F942A7ECB1AC}"/>
              </a:ext>
            </a:extLst>
          </p:cNvPr>
          <p:cNvSpPr>
            <a:spLocks xmlns:a="http://schemas.openxmlformats.org/drawingml/2006/main" noGrp="1"/>
          </p:cNvSpPr>
          <p:nvPr/>
        </p:nvSpPr>
        <p:spPr>
          <a:xfrm xmlns:a="http://schemas.openxmlformats.org/drawingml/2006/main">
            <a:off x="6391275" y="3000375"/>
            <a:ext cx="2238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172C40"/>
                </a:solidFill>
                <a:latin typeface="DejaVu Sans"/>
                <a:ea typeface="DejaVu Sans"/>
                <a:cs typeface="DejaVu Sans"/>
              </a:defRPr>
            </a:defPPr>
            <a:lvl1pPr>
              <a:buNone/>
              <a:defRPr sz="1500" b="1">
                <a:solidFill>
                  <a:srgbClr val="172C40"/>
                </a:solidFill>
                <a:latin typeface="DejaVu Sans"/>
                <a:ea typeface="DejaVu Sans"/>
                <a:cs typeface="DejaVu Sans"/>
              </a:defRPr>
            </a:lvl1pPr>
            <a:lvl2pPr>
              <a:buNone/>
              <a:defRPr sz="1500" b="1">
                <a:solidFill>
                  <a:srgbClr val="172C40"/>
                </a:solidFill>
                <a:latin typeface="DejaVu Sans"/>
                <a:ea typeface="DejaVu Sans"/>
                <a:cs typeface="DejaVu Sans"/>
              </a:defRPr>
            </a:lvl2pPr>
            <a:lvl3pPr>
              <a:buNone/>
              <a:defRPr sz="1500" b="1">
                <a:solidFill>
                  <a:srgbClr val="172C40"/>
                </a:solidFill>
                <a:latin typeface="DejaVu Sans"/>
                <a:ea typeface="DejaVu Sans"/>
                <a:cs typeface="DejaVu Sans"/>
              </a:defRPr>
            </a:lvl3pPr>
            <a:lvl4pPr>
              <a:buNone/>
              <a:defRPr sz="1500" b="1">
                <a:solidFill>
                  <a:srgbClr val="172C40"/>
                </a:solidFill>
                <a:latin typeface="DejaVu Sans"/>
                <a:ea typeface="DejaVu Sans"/>
                <a:cs typeface="DejaVu Sans"/>
              </a:defRPr>
            </a:lvl4pPr>
            <a:lvl5pPr>
              <a:buNone/>
              <a:defRPr sz="1500" b="1">
                <a:solidFill>
                  <a:srgbClr val="172C40"/>
                </a:solidFill>
                <a:latin typeface="DejaVu Sans"/>
                <a:ea typeface="DejaVu Sans"/>
                <a:cs typeface="DejaVu Sans"/>
              </a:defRPr>
            </a:lvl5pPr>
            <a:lvl6pPr>
              <a:buNone/>
              <a:defRPr sz="1500" b="1">
                <a:solidFill>
                  <a:srgbClr val="172C40"/>
                </a:solidFill>
                <a:latin typeface="DejaVu Sans"/>
                <a:ea typeface="DejaVu Sans"/>
                <a:cs typeface="DejaVu Sans"/>
              </a:defRPr>
            </a:lvl6pPr>
            <a:lvl7pPr>
              <a:buNone/>
              <a:defRPr sz="1500" b="1">
                <a:solidFill>
                  <a:srgbClr val="172C40"/>
                </a:solidFill>
                <a:latin typeface="DejaVu Sans"/>
                <a:ea typeface="DejaVu Sans"/>
                <a:cs typeface="DejaVu Sans"/>
              </a:defRPr>
            </a:lvl7pPr>
            <a:lvl8pPr>
              <a:buNone/>
              <a:defRPr sz="1500" b="1">
                <a:solidFill>
                  <a:srgbClr val="172C40"/>
                </a:solidFill>
                <a:latin typeface="DejaVu Sans"/>
                <a:ea typeface="DejaVu Sans"/>
                <a:cs typeface="DejaVu Sans"/>
              </a:defRPr>
            </a:lvl8pPr>
            <a:lvl9pPr>
              <a:buNone/>
              <a:defRPr sz="1500" b="1">
                <a:solidFill>
                  <a:srgbClr val="172C40"/>
                </a:solidFill>
                <a:latin typeface="DejaVu Sans"/>
                <a:ea typeface="DejaVu Sans"/>
                <a:cs typeface="DejaVu Sans"/>
              </a:defRPr>
            </a:lvl9pPr>
          </a:lstStyle>
          <a:p xmlns:a="http://schemas.openxmlformats.org/drawingml/2006/main">
            <a:pPr>
              <a:buNone/>
              <a:defRPr sz="1500" b="1">
                <a:solidFill>
                  <a:srgbClr val="172C40"/>
                </a:solidFill>
                <a:latin typeface="DejaVu Sans"/>
                <a:ea typeface="DejaVu Sans"/>
                <a:cs typeface="DejaVu Sans"/>
              </a:defRPr>
            </a:pPr>
            <a:r>
              <a:rPr sz="1500" b="1">
                <a:solidFill>
                  <a:srgbClr val="172C40"/>
                </a:solidFill>
                <a:latin typeface="DejaVu Sans"/>
                <a:ea typeface="DejaVu Sans"/>
                <a:cs typeface="DejaVu Sans"/>
              </a:rPr>
              <a:t>Playable result</a:t>
            </a:r>
          </a:p>
        </p:txBody>
      </p:sp>
      <p:sp>
        <p:nvSpPr>
          <p:cNvPr id="27" name="">
            <a:extLst xmlns:a="http://schemas.openxmlformats.org/drawingml/2006/main">
              <a:ext uri="{FF2B5EF4-FFF2-40B4-BE49-F238E27FC236}">
                <a16:creationId xmlns:a16="http://schemas.microsoft.com/office/drawing/2014/main" id="{71D8036C-9EBC-4E2F-AA56-2D3EFAA530D9}"/>
              </a:ext>
            </a:extLst>
          </p:cNvPr>
          <p:cNvSpPr>
            <a:spLocks xmlns:a="http://schemas.openxmlformats.org/drawingml/2006/main" noGrp="1"/>
          </p:cNvSpPr>
          <p:nvPr/>
        </p:nvSpPr>
        <p:spPr>
          <a:xfrm xmlns:a="http://schemas.openxmlformats.org/drawingml/2006/main">
            <a:off x="6391275" y="3476625"/>
            <a:ext cx="22383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172C40"/>
                </a:solidFill>
                <a:latin typeface="DejaVu Sans"/>
                <a:ea typeface="DejaVu Sans"/>
                <a:cs typeface="DejaVu Sans"/>
              </a:defRPr>
            </a:defPPr>
            <a:lvl1pPr>
              <a:buNone/>
              <a:defRPr sz="1350" b="0">
                <a:solidFill>
                  <a:srgbClr val="172C40"/>
                </a:solidFill>
                <a:latin typeface="DejaVu Sans"/>
                <a:ea typeface="DejaVu Sans"/>
                <a:cs typeface="DejaVu Sans"/>
              </a:defRPr>
            </a:lvl1pPr>
            <a:lvl2pPr>
              <a:buNone/>
              <a:defRPr sz="1350" b="0">
                <a:solidFill>
                  <a:srgbClr val="172C40"/>
                </a:solidFill>
                <a:latin typeface="DejaVu Sans"/>
                <a:ea typeface="DejaVu Sans"/>
                <a:cs typeface="DejaVu Sans"/>
              </a:defRPr>
            </a:lvl2pPr>
            <a:lvl3pPr>
              <a:buNone/>
              <a:defRPr sz="1350" b="0">
                <a:solidFill>
                  <a:srgbClr val="172C40"/>
                </a:solidFill>
                <a:latin typeface="DejaVu Sans"/>
                <a:ea typeface="DejaVu Sans"/>
                <a:cs typeface="DejaVu Sans"/>
              </a:defRPr>
            </a:lvl3pPr>
            <a:lvl4pPr>
              <a:buNone/>
              <a:defRPr sz="1350" b="0">
                <a:solidFill>
                  <a:srgbClr val="172C40"/>
                </a:solidFill>
                <a:latin typeface="DejaVu Sans"/>
                <a:ea typeface="DejaVu Sans"/>
                <a:cs typeface="DejaVu Sans"/>
              </a:defRPr>
            </a:lvl4pPr>
            <a:lvl5pPr>
              <a:buNone/>
              <a:defRPr sz="1350" b="0">
                <a:solidFill>
                  <a:srgbClr val="172C40"/>
                </a:solidFill>
                <a:latin typeface="DejaVu Sans"/>
                <a:ea typeface="DejaVu Sans"/>
                <a:cs typeface="DejaVu Sans"/>
              </a:defRPr>
            </a:lvl5pPr>
            <a:lvl6pPr>
              <a:buNone/>
              <a:defRPr sz="1350" b="0">
                <a:solidFill>
                  <a:srgbClr val="172C40"/>
                </a:solidFill>
                <a:latin typeface="DejaVu Sans"/>
                <a:ea typeface="DejaVu Sans"/>
                <a:cs typeface="DejaVu Sans"/>
              </a:defRPr>
            </a:lvl6pPr>
            <a:lvl7pPr>
              <a:buNone/>
              <a:defRPr sz="1350" b="0">
                <a:solidFill>
                  <a:srgbClr val="172C40"/>
                </a:solidFill>
                <a:latin typeface="DejaVu Sans"/>
                <a:ea typeface="DejaVu Sans"/>
                <a:cs typeface="DejaVu Sans"/>
              </a:defRPr>
            </a:lvl7pPr>
            <a:lvl8pPr>
              <a:buNone/>
              <a:defRPr sz="1350" b="0">
                <a:solidFill>
                  <a:srgbClr val="172C40"/>
                </a:solidFill>
                <a:latin typeface="DejaVu Sans"/>
                <a:ea typeface="DejaVu Sans"/>
                <a:cs typeface="DejaVu Sans"/>
              </a:defRPr>
            </a:lvl8pPr>
            <a:lvl9pPr>
              <a:buNone/>
              <a:defRPr sz="1350" b="0">
                <a:solidFill>
                  <a:srgbClr val="172C40"/>
                </a:solidFill>
                <a:latin typeface="DejaVu Sans"/>
                <a:ea typeface="DejaVu Sans"/>
                <a:cs typeface="DejaVu Sans"/>
              </a:defRPr>
            </a:lvl9pPr>
          </a:lstStyle>
          <a:p xmlns:a="http://schemas.openxmlformats.org/drawingml/2006/main">
            <a:pPr>
              <a:buNone/>
              <a:defRPr sz="1350" b="0">
                <a:solidFill>
                  <a:srgbClr val="172C40"/>
                </a:solidFill>
                <a:latin typeface="DejaVu Sans"/>
                <a:ea typeface="DejaVu Sans"/>
                <a:cs typeface="DejaVu Sans"/>
              </a:defRPr>
            </a:pPr>
            <a:r>
              <a:rPr sz="1350" b="0">
                <a:solidFill>
                  <a:srgbClr val="172C40"/>
                </a:solidFill>
                <a:latin typeface="DejaVu Sans"/>
                <a:ea typeface="DejaVu Sans"/>
                <a:cs typeface="DejaVu Sans"/>
              </a:rPr>
              <a:t>Test launch, action and ending separately</a:t>
            </a:r>
          </a:p>
        </p:txBody>
      </p:sp>
      <p:sp>
        <p:nvSpPr>
          <p:cNvPr id="28" name="">
            <a:extLst xmlns:a="http://schemas.openxmlformats.org/drawingml/2006/main">
              <a:ext uri="{FF2B5EF4-FFF2-40B4-BE49-F238E27FC236}">
                <a16:creationId xmlns:a16="http://schemas.microsoft.com/office/drawing/2014/main" id="{0EA4F48E-94B4-456E-B484-D9B37AC6BB7C}"/>
              </a:ext>
            </a:extLst>
          </p:cNvPr>
          <p:cNvSpPr>
            <a:spLocks xmlns:a="http://schemas.openxmlformats.org/drawingml/2006/main" noGrp="1"/>
          </p:cNvSpPr>
          <p:nvPr/>
        </p:nvSpPr>
        <p:spPr>
          <a:xfrm xmlns:a="http://schemas.openxmlformats.org/drawingml/2006/main">
            <a:off x="8782050" y="3209925"/>
            <a:ext cx="2286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2E6478"/>
                </a:solidFill>
                <a:latin typeface="DejaVu Sans"/>
                <a:ea typeface="DejaVu Sans"/>
                <a:cs typeface="DejaVu Sans"/>
              </a:defRPr>
            </a:defPPr>
            <a:lvl1pPr>
              <a:buNone/>
              <a:defRPr sz="1575" b="1">
                <a:solidFill>
                  <a:srgbClr val="2E6478"/>
                </a:solidFill>
                <a:latin typeface="DejaVu Sans"/>
                <a:ea typeface="DejaVu Sans"/>
                <a:cs typeface="DejaVu Sans"/>
              </a:defRPr>
            </a:lvl1pPr>
            <a:lvl2pPr>
              <a:buNone/>
              <a:defRPr sz="1575" b="1">
                <a:solidFill>
                  <a:srgbClr val="2E6478"/>
                </a:solidFill>
                <a:latin typeface="DejaVu Sans"/>
                <a:ea typeface="DejaVu Sans"/>
                <a:cs typeface="DejaVu Sans"/>
              </a:defRPr>
            </a:lvl2pPr>
            <a:lvl3pPr>
              <a:buNone/>
              <a:defRPr sz="1575" b="1">
                <a:solidFill>
                  <a:srgbClr val="2E6478"/>
                </a:solidFill>
                <a:latin typeface="DejaVu Sans"/>
                <a:ea typeface="DejaVu Sans"/>
                <a:cs typeface="DejaVu Sans"/>
              </a:defRPr>
            </a:lvl3pPr>
            <a:lvl4pPr>
              <a:buNone/>
              <a:defRPr sz="1575" b="1">
                <a:solidFill>
                  <a:srgbClr val="2E6478"/>
                </a:solidFill>
                <a:latin typeface="DejaVu Sans"/>
                <a:ea typeface="DejaVu Sans"/>
                <a:cs typeface="DejaVu Sans"/>
              </a:defRPr>
            </a:lvl4pPr>
            <a:lvl5pPr>
              <a:buNone/>
              <a:defRPr sz="1575" b="1">
                <a:solidFill>
                  <a:srgbClr val="2E6478"/>
                </a:solidFill>
                <a:latin typeface="DejaVu Sans"/>
                <a:ea typeface="DejaVu Sans"/>
                <a:cs typeface="DejaVu Sans"/>
              </a:defRPr>
            </a:lvl5pPr>
            <a:lvl6pPr>
              <a:buNone/>
              <a:defRPr sz="1575" b="1">
                <a:solidFill>
                  <a:srgbClr val="2E6478"/>
                </a:solidFill>
                <a:latin typeface="DejaVu Sans"/>
                <a:ea typeface="DejaVu Sans"/>
                <a:cs typeface="DejaVu Sans"/>
              </a:defRPr>
            </a:lvl6pPr>
            <a:lvl7pPr>
              <a:buNone/>
              <a:defRPr sz="1575" b="1">
                <a:solidFill>
                  <a:srgbClr val="2E6478"/>
                </a:solidFill>
                <a:latin typeface="DejaVu Sans"/>
                <a:ea typeface="DejaVu Sans"/>
                <a:cs typeface="DejaVu Sans"/>
              </a:defRPr>
            </a:lvl7pPr>
            <a:lvl8pPr>
              <a:buNone/>
              <a:defRPr sz="1575" b="1">
                <a:solidFill>
                  <a:srgbClr val="2E6478"/>
                </a:solidFill>
                <a:latin typeface="DejaVu Sans"/>
                <a:ea typeface="DejaVu Sans"/>
                <a:cs typeface="DejaVu Sans"/>
              </a:defRPr>
            </a:lvl8pPr>
            <a:lvl9pPr>
              <a:buNone/>
              <a:defRPr sz="1575" b="1">
                <a:solidFill>
                  <a:srgbClr val="2E6478"/>
                </a:solidFill>
                <a:latin typeface="DejaVu Sans"/>
                <a:ea typeface="DejaVu Sans"/>
                <a:cs typeface="DejaVu Sans"/>
              </a:defRPr>
            </a:lvl9pPr>
          </a:lstStyle>
          <a:p xmlns:a="http://schemas.openxmlformats.org/drawingml/2006/main">
            <a:pPr>
              <a:buNone/>
              <a:defRPr sz="1575" b="1">
                <a:solidFill>
                  <a:srgbClr val="2E6478"/>
                </a:solidFill>
                <a:latin typeface="DejaVu Sans"/>
                <a:ea typeface="DejaVu Sans"/>
                <a:cs typeface="DejaVu Sans"/>
              </a:defRPr>
            </a:pPr>
            <a:r>
              <a:rPr sz="1575" b="1">
                <a:solidFill>
                  <a:srgbClr val="2E6478"/>
                </a:solidFill>
                <a:latin typeface="DejaVu Sans"/>
                <a:ea typeface="DejaVu Sans"/>
                <a:cs typeface="DejaVu Sans"/>
              </a:rPr>
              <a:t>→</a:t>
            </a:r>
          </a:p>
        </p:txBody>
      </p:sp>
      <p:sp>
        <p:nvSpPr>
          <p:cNvPr id="29" name="">
            <a:extLst xmlns:a="http://schemas.openxmlformats.org/drawingml/2006/main">
              <a:ext uri="{FF2B5EF4-FFF2-40B4-BE49-F238E27FC236}">
                <a16:creationId xmlns:a16="http://schemas.microsoft.com/office/drawing/2014/main" id="{43A526FE-A90E-47CA-BB28-26F75AFE49F7}"/>
              </a:ext>
            </a:extLst>
          </p:cNvPr>
          <p:cNvSpPr>
            <a:spLocks xmlns:a="http://schemas.openxmlformats.org/drawingml/2006/main" noGrp="1"/>
          </p:cNvSpPr>
          <p:nvPr/>
        </p:nvSpPr>
        <p:spPr>
          <a:xfrm xmlns:a="http://schemas.openxmlformats.org/drawingml/2006/main">
            <a:off x="9010650" y="2390775"/>
            <a:ext cx="2571750" cy="2047875"/>
          </a:xfrm>
          <a:prstGeom xmlns:a="http://schemas.openxmlformats.org/drawingml/2006/main" prst="rect">
            <a:avLst/>
          </a:prstGeom>
          <a:solidFill xmlns:a="http://schemas.openxmlformats.org/drawingml/2006/main">
            <a:srgbClr val="E7EEF2"/>
          </a:solidFill>
          <a:ln xmlns:a="http://schemas.openxmlformats.org/drawingml/2006/main" w="9525">
            <a:solidFill>
              <a:srgbClr val="CAD4DB"/>
            </a:solidFill>
            <a:prstDash val="solid"/>
          </a:ln>
        </p:spPr>
      </p:sp>
      <p:sp>
        <p:nvSpPr>
          <p:cNvPr id="30" name="">
            <a:extLst xmlns:a="http://schemas.openxmlformats.org/drawingml/2006/main">
              <a:ext uri="{FF2B5EF4-FFF2-40B4-BE49-F238E27FC236}">
                <a16:creationId xmlns:a16="http://schemas.microsoft.com/office/drawing/2014/main" id="{E3BFE2A4-E3E3-4851-9670-AF7E3D6D1921}"/>
              </a:ext>
            </a:extLst>
          </p:cNvPr>
          <p:cNvSpPr>
            <a:spLocks xmlns:a="http://schemas.openxmlformats.org/drawingml/2006/main" noGrp="1"/>
          </p:cNvSpPr>
          <p:nvPr/>
        </p:nvSpPr>
        <p:spPr>
          <a:xfrm xmlns:a="http://schemas.openxmlformats.org/drawingml/2006/main">
            <a:off x="9191625" y="2571750"/>
            <a:ext cx="66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2E6478"/>
                </a:solidFill>
                <a:latin typeface="DejaVu Sans"/>
                <a:ea typeface="DejaVu Sans"/>
                <a:cs typeface="DejaVu Sans"/>
              </a:defRPr>
            </a:defPPr>
            <a:lvl1pPr>
              <a:buNone/>
              <a:defRPr sz="1575" b="1">
                <a:solidFill>
                  <a:srgbClr val="2E6478"/>
                </a:solidFill>
                <a:latin typeface="DejaVu Sans"/>
                <a:ea typeface="DejaVu Sans"/>
                <a:cs typeface="DejaVu Sans"/>
              </a:defRPr>
            </a:lvl1pPr>
            <a:lvl2pPr>
              <a:buNone/>
              <a:defRPr sz="1575" b="1">
                <a:solidFill>
                  <a:srgbClr val="2E6478"/>
                </a:solidFill>
                <a:latin typeface="DejaVu Sans"/>
                <a:ea typeface="DejaVu Sans"/>
                <a:cs typeface="DejaVu Sans"/>
              </a:defRPr>
            </a:lvl2pPr>
            <a:lvl3pPr>
              <a:buNone/>
              <a:defRPr sz="1575" b="1">
                <a:solidFill>
                  <a:srgbClr val="2E6478"/>
                </a:solidFill>
                <a:latin typeface="DejaVu Sans"/>
                <a:ea typeface="DejaVu Sans"/>
                <a:cs typeface="DejaVu Sans"/>
              </a:defRPr>
            </a:lvl3pPr>
            <a:lvl4pPr>
              <a:buNone/>
              <a:defRPr sz="1575" b="1">
                <a:solidFill>
                  <a:srgbClr val="2E6478"/>
                </a:solidFill>
                <a:latin typeface="DejaVu Sans"/>
                <a:ea typeface="DejaVu Sans"/>
                <a:cs typeface="DejaVu Sans"/>
              </a:defRPr>
            </a:lvl4pPr>
            <a:lvl5pPr>
              <a:buNone/>
              <a:defRPr sz="1575" b="1">
                <a:solidFill>
                  <a:srgbClr val="2E6478"/>
                </a:solidFill>
                <a:latin typeface="DejaVu Sans"/>
                <a:ea typeface="DejaVu Sans"/>
                <a:cs typeface="DejaVu Sans"/>
              </a:defRPr>
            </a:lvl5pPr>
            <a:lvl6pPr>
              <a:buNone/>
              <a:defRPr sz="1575" b="1">
                <a:solidFill>
                  <a:srgbClr val="2E6478"/>
                </a:solidFill>
                <a:latin typeface="DejaVu Sans"/>
                <a:ea typeface="DejaVu Sans"/>
                <a:cs typeface="DejaVu Sans"/>
              </a:defRPr>
            </a:lvl6pPr>
            <a:lvl7pPr>
              <a:buNone/>
              <a:defRPr sz="1575" b="1">
                <a:solidFill>
                  <a:srgbClr val="2E6478"/>
                </a:solidFill>
                <a:latin typeface="DejaVu Sans"/>
                <a:ea typeface="DejaVu Sans"/>
                <a:cs typeface="DejaVu Sans"/>
              </a:defRPr>
            </a:lvl7pPr>
            <a:lvl8pPr>
              <a:buNone/>
              <a:defRPr sz="1575" b="1">
                <a:solidFill>
                  <a:srgbClr val="2E6478"/>
                </a:solidFill>
                <a:latin typeface="DejaVu Sans"/>
                <a:ea typeface="DejaVu Sans"/>
                <a:cs typeface="DejaVu Sans"/>
              </a:defRPr>
            </a:lvl8pPr>
            <a:lvl9pPr>
              <a:buNone/>
              <a:defRPr sz="1575" b="1">
                <a:solidFill>
                  <a:srgbClr val="2E6478"/>
                </a:solidFill>
                <a:latin typeface="DejaVu Sans"/>
                <a:ea typeface="DejaVu Sans"/>
                <a:cs typeface="DejaVu Sans"/>
              </a:defRPr>
            </a:lvl9pPr>
          </a:lstStyle>
          <a:p xmlns:a="http://schemas.openxmlformats.org/drawingml/2006/main">
            <a:pPr>
              <a:buNone/>
              <a:defRPr sz="1575" b="1">
                <a:solidFill>
                  <a:srgbClr val="2E6478"/>
                </a:solidFill>
                <a:latin typeface="DejaVu Sans"/>
                <a:ea typeface="DejaVu Sans"/>
                <a:cs typeface="DejaVu Sans"/>
              </a:defRPr>
            </a:pPr>
            <a:r>
              <a:rPr sz="1575" b="1">
                <a:solidFill>
                  <a:srgbClr val="2E6478"/>
                </a:solidFill>
                <a:latin typeface="DejaVu Sans"/>
                <a:ea typeface="DejaVu Sans"/>
                <a:cs typeface="DejaVu Sans"/>
              </a:rPr>
              <a:t>04</a:t>
            </a:r>
          </a:p>
        </p:txBody>
      </p:sp>
      <p:sp>
        <p:nvSpPr>
          <p:cNvPr id="31" name="">
            <a:extLst xmlns:a="http://schemas.openxmlformats.org/drawingml/2006/main">
              <a:ext uri="{FF2B5EF4-FFF2-40B4-BE49-F238E27FC236}">
                <a16:creationId xmlns:a16="http://schemas.microsoft.com/office/drawing/2014/main" id="{D297E1DB-1538-4651-B11D-8E25D56E27B7}"/>
              </a:ext>
            </a:extLst>
          </p:cNvPr>
          <p:cNvSpPr>
            <a:spLocks xmlns:a="http://schemas.openxmlformats.org/drawingml/2006/main" noGrp="1"/>
          </p:cNvSpPr>
          <p:nvPr/>
        </p:nvSpPr>
        <p:spPr>
          <a:xfrm xmlns:a="http://schemas.openxmlformats.org/drawingml/2006/main">
            <a:off x="9191625" y="3000375"/>
            <a:ext cx="2238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172C40"/>
                </a:solidFill>
                <a:latin typeface="DejaVu Sans"/>
                <a:ea typeface="DejaVu Sans"/>
                <a:cs typeface="DejaVu Sans"/>
              </a:defRPr>
            </a:defPPr>
            <a:lvl1pPr>
              <a:buNone/>
              <a:defRPr sz="1500" b="1">
                <a:solidFill>
                  <a:srgbClr val="172C40"/>
                </a:solidFill>
                <a:latin typeface="DejaVu Sans"/>
                <a:ea typeface="DejaVu Sans"/>
                <a:cs typeface="DejaVu Sans"/>
              </a:defRPr>
            </a:lvl1pPr>
            <a:lvl2pPr>
              <a:buNone/>
              <a:defRPr sz="1500" b="1">
                <a:solidFill>
                  <a:srgbClr val="172C40"/>
                </a:solidFill>
                <a:latin typeface="DejaVu Sans"/>
                <a:ea typeface="DejaVu Sans"/>
                <a:cs typeface="DejaVu Sans"/>
              </a:defRPr>
            </a:lvl2pPr>
            <a:lvl3pPr>
              <a:buNone/>
              <a:defRPr sz="1500" b="1">
                <a:solidFill>
                  <a:srgbClr val="172C40"/>
                </a:solidFill>
                <a:latin typeface="DejaVu Sans"/>
                <a:ea typeface="DejaVu Sans"/>
                <a:cs typeface="DejaVu Sans"/>
              </a:defRPr>
            </a:lvl3pPr>
            <a:lvl4pPr>
              <a:buNone/>
              <a:defRPr sz="1500" b="1">
                <a:solidFill>
                  <a:srgbClr val="172C40"/>
                </a:solidFill>
                <a:latin typeface="DejaVu Sans"/>
                <a:ea typeface="DejaVu Sans"/>
                <a:cs typeface="DejaVu Sans"/>
              </a:defRPr>
            </a:lvl4pPr>
            <a:lvl5pPr>
              <a:buNone/>
              <a:defRPr sz="1500" b="1">
                <a:solidFill>
                  <a:srgbClr val="172C40"/>
                </a:solidFill>
                <a:latin typeface="DejaVu Sans"/>
                <a:ea typeface="DejaVu Sans"/>
                <a:cs typeface="DejaVu Sans"/>
              </a:defRPr>
            </a:lvl5pPr>
            <a:lvl6pPr>
              <a:buNone/>
              <a:defRPr sz="1500" b="1">
                <a:solidFill>
                  <a:srgbClr val="172C40"/>
                </a:solidFill>
                <a:latin typeface="DejaVu Sans"/>
                <a:ea typeface="DejaVu Sans"/>
                <a:cs typeface="DejaVu Sans"/>
              </a:defRPr>
            </a:lvl6pPr>
            <a:lvl7pPr>
              <a:buNone/>
              <a:defRPr sz="1500" b="1">
                <a:solidFill>
                  <a:srgbClr val="172C40"/>
                </a:solidFill>
                <a:latin typeface="DejaVu Sans"/>
                <a:ea typeface="DejaVu Sans"/>
                <a:cs typeface="DejaVu Sans"/>
              </a:defRPr>
            </a:lvl7pPr>
            <a:lvl8pPr>
              <a:buNone/>
              <a:defRPr sz="1500" b="1">
                <a:solidFill>
                  <a:srgbClr val="172C40"/>
                </a:solidFill>
                <a:latin typeface="DejaVu Sans"/>
                <a:ea typeface="DejaVu Sans"/>
                <a:cs typeface="DejaVu Sans"/>
              </a:defRPr>
            </a:lvl8pPr>
            <a:lvl9pPr>
              <a:buNone/>
              <a:defRPr sz="1500" b="1">
                <a:solidFill>
                  <a:srgbClr val="172C40"/>
                </a:solidFill>
                <a:latin typeface="DejaVu Sans"/>
                <a:ea typeface="DejaVu Sans"/>
                <a:cs typeface="DejaVu Sans"/>
              </a:defRPr>
            </a:lvl9pPr>
          </a:lstStyle>
          <a:p xmlns:a="http://schemas.openxmlformats.org/drawingml/2006/main">
            <a:pPr>
              <a:buNone/>
              <a:defRPr sz="1500" b="1">
                <a:solidFill>
                  <a:srgbClr val="172C40"/>
                </a:solidFill>
                <a:latin typeface="DejaVu Sans"/>
                <a:ea typeface="DejaVu Sans"/>
                <a:cs typeface="DejaVu Sans"/>
              </a:defRPr>
            </a:pPr>
            <a:r>
              <a:rPr sz="1500" b="1">
                <a:solidFill>
                  <a:srgbClr val="172C40"/>
                </a:solidFill>
                <a:latin typeface="DejaVu Sans"/>
                <a:ea typeface="DejaVu Sans"/>
                <a:cs typeface="DejaVu Sans"/>
              </a:rPr>
              <a:t>Story fidelity</a:t>
            </a:r>
          </a:p>
        </p:txBody>
      </p:sp>
      <p:sp>
        <p:nvSpPr>
          <p:cNvPr id="32" name="">
            <a:extLst xmlns:a="http://schemas.openxmlformats.org/drawingml/2006/main">
              <a:ext uri="{FF2B5EF4-FFF2-40B4-BE49-F238E27FC236}">
                <a16:creationId xmlns:a16="http://schemas.microsoft.com/office/drawing/2014/main" id="{9EBBBBAE-4EE2-4031-8A2A-B568F317AAD5}"/>
              </a:ext>
            </a:extLst>
          </p:cNvPr>
          <p:cNvSpPr>
            <a:spLocks xmlns:a="http://schemas.openxmlformats.org/drawingml/2006/main" noGrp="1"/>
          </p:cNvSpPr>
          <p:nvPr/>
        </p:nvSpPr>
        <p:spPr>
          <a:xfrm xmlns:a="http://schemas.openxmlformats.org/drawingml/2006/main">
            <a:off x="9191625" y="3476625"/>
            <a:ext cx="22383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172C40"/>
                </a:solidFill>
                <a:latin typeface="DejaVu Sans"/>
                <a:ea typeface="DejaVu Sans"/>
                <a:cs typeface="DejaVu Sans"/>
              </a:defRPr>
            </a:defPPr>
            <a:lvl1pPr>
              <a:buNone/>
              <a:defRPr sz="1350" b="0">
                <a:solidFill>
                  <a:srgbClr val="172C40"/>
                </a:solidFill>
                <a:latin typeface="DejaVu Sans"/>
                <a:ea typeface="DejaVu Sans"/>
                <a:cs typeface="DejaVu Sans"/>
              </a:defRPr>
            </a:lvl1pPr>
            <a:lvl2pPr>
              <a:buNone/>
              <a:defRPr sz="1350" b="0">
                <a:solidFill>
                  <a:srgbClr val="172C40"/>
                </a:solidFill>
                <a:latin typeface="DejaVu Sans"/>
                <a:ea typeface="DejaVu Sans"/>
                <a:cs typeface="DejaVu Sans"/>
              </a:defRPr>
            </a:lvl2pPr>
            <a:lvl3pPr>
              <a:buNone/>
              <a:defRPr sz="1350" b="0">
                <a:solidFill>
                  <a:srgbClr val="172C40"/>
                </a:solidFill>
                <a:latin typeface="DejaVu Sans"/>
                <a:ea typeface="DejaVu Sans"/>
                <a:cs typeface="DejaVu Sans"/>
              </a:defRPr>
            </a:lvl3pPr>
            <a:lvl4pPr>
              <a:buNone/>
              <a:defRPr sz="1350" b="0">
                <a:solidFill>
                  <a:srgbClr val="172C40"/>
                </a:solidFill>
                <a:latin typeface="DejaVu Sans"/>
                <a:ea typeface="DejaVu Sans"/>
                <a:cs typeface="DejaVu Sans"/>
              </a:defRPr>
            </a:lvl4pPr>
            <a:lvl5pPr>
              <a:buNone/>
              <a:defRPr sz="1350" b="0">
                <a:solidFill>
                  <a:srgbClr val="172C40"/>
                </a:solidFill>
                <a:latin typeface="DejaVu Sans"/>
                <a:ea typeface="DejaVu Sans"/>
                <a:cs typeface="DejaVu Sans"/>
              </a:defRPr>
            </a:lvl5pPr>
            <a:lvl6pPr>
              <a:buNone/>
              <a:defRPr sz="1350" b="0">
                <a:solidFill>
                  <a:srgbClr val="172C40"/>
                </a:solidFill>
                <a:latin typeface="DejaVu Sans"/>
                <a:ea typeface="DejaVu Sans"/>
                <a:cs typeface="DejaVu Sans"/>
              </a:defRPr>
            </a:lvl6pPr>
            <a:lvl7pPr>
              <a:buNone/>
              <a:defRPr sz="1350" b="0">
                <a:solidFill>
                  <a:srgbClr val="172C40"/>
                </a:solidFill>
                <a:latin typeface="DejaVu Sans"/>
                <a:ea typeface="DejaVu Sans"/>
                <a:cs typeface="DejaVu Sans"/>
              </a:defRPr>
            </a:lvl7pPr>
            <a:lvl8pPr>
              <a:buNone/>
              <a:defRPr sz="1350" b="0">
                <a:solidFill>
                  <a:srgbClr val="172C40"/>
                </a:solidFill>
                <a:latin typeface="DejaVu Sans"/>
                <a:ea typeface="DejaVu Sans"/>
                <a:cs typeface="DejaVu Sans"/>
              </a:defRPr>
            </a:lvl8pPr>
            <a:lvl9pPr>
              <a:buNone/>
              <a:defRPr sz="1350" b="0">
                <a:solidFill>
                  <a:srgbClr val="172C40"/>
                </a:solidFill>
                <a:latin typeface="DejaVu Sans"/>
                <a:ea typeface="DejaVu Sans"/>
                <a:cs typeface="DejaVu Sans"/>
              </a:defRPr>
            </a:lvl9pPr>
          </a:lstStyle>
          <a:p xmlns:a="http://schemas.openxmlformats.org/drawingml/2006/main">
            <a:pPr>
              <a:buNone/>
              <a:defRPr sz="1350" b="0">
                <a:solidFill>
                  <a:srgbClr val="172C40"/>
                </a:solidFill>
                <a:latin typeface="DejaVu Sans"/>
                <a:ea typeface="DejaVu Sans"/>
                <a:cs typeface="DejaVu Sans"/>
              </a:defRPr>
            </a:pPr>
            <a:r>
              <a:rPr sz="1350" b="0">
                <a:solidFill>
                  <a:srgbClr val="172C40"/>
                </a:solidFill>
                <a:latin typeface="DejaVu Sans"/>
                <a:ea typeface="DejaVu Sans"/>
                <a:cs typeface="DejaVu Sans"/>
              </a:rPr>
              <a:t>Two reviewers compare game and source story</a:t>
            </a:r>
          </a:p>
        </p:txBody>
      </p:sp>
      <p:sp>
        <p:nvSpPr>
          <p:cNvPr id="33" name="">
            <a:extLst xmlns:a="http://schemas.openxmlformats.org/drawingml/2006/main">
              <a:ext uri="{FF2B5EF4-FFF2-40B4-BE49-F238E27FC236}">
                <a16:creationId xmlns:a16="http://schemas.microsoft.com/office/drawing/2014/main" id="{D2426305-F128-44A3-8596-AE05A11C0262}"/>
              </a:ext>
            </a:extLst>
          </p:cNvPr>
          <p:cNvSpPr>
            <a:spLocks xmlns:a="http://schemas.openxmlformats.org/drawingml/2006/main" noGrp="1"/>
          </p:cNvSpPr>
          <p:nvPr/>
        </p:nvSpPr>
        <p:spPr>
          <a:xfrm xmlns:a="http://schemas.openxmlformats.org/drawingml/2006/main">
            <a:off x="609600" y="4857750"/>
            <a:ext cx="1097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172C40"/>
                </a:solidFill>
                <a:latin typeface="DejaVu Sans"/>
                <a:ea typeface="DejaVu Sans"/>
                <a:cs typeface="DejaVu Sans"/>
              </a:defRPr>
            </a:defPPr>
            <a:lvl1pPr>
              <a:buNone/>
              <a:defRPr sz="1500" b="0">
                <a:solidFill>
                  <a:srgbClr val="172C40"/>
                </a:solidFill>
                <a:latin typeface="DejaVu Sans"/>
                <a:ea typeface="DejaVu Sans"/>
                <a:cs typeface="DejaVu Sans"/>
              </a:defRPr>
            </a:lvl1pPr>
            <a:lvl2pPr>
              <a:buNone/>
              <a:defRPr sz="1500" b="0">
                <a:solidFill>
                  <a:srgbClr val="172C40"/>
                </a:solidFill>
                <a:latin typeface="DejaVu Sans"/>
                <a:ea typeface="DejaVu Sans"/>
                <a:cs typeface="DejaVu Sans"/>
              </a:defRPr>
            </a:lvl2pPr>
            <a:lvl3pPr>
              <a:buNone/>
              <a:defRPr sz="1500" b="0">
                <a:solidFill>
                  <a:srgbClr val="172C40"/>
                </a:solidFill>
                <a:latin typeface="DejaVu Sans"/>
                <a:ea typeface="DejaVu Sans"/>
                <a:cs typeface="DejaVu Sans"/>
              </a:defRPr>
            </a:lvl3pPr>
            <a:lvl4pPr>
              <a:buNone/>
              <a:defRPr sz="1500" b="0">
                <a:solidFill>
                  <a:srgbClr val="172C40"/>
                </a:solidFill>
                <a:latin typeface="DejaVu Sans"/>
                <a:ea typeface="DejaVu Sans"/>
                <a:cs typeface="DejaVu Sans"/>
              </a:defRPr>
            </a:lvl4pPr>
            <a:lvl5pPr>
              <a:buNone/>
              <a:defRPr sz="1500" b="0">
                <a:solidFill>
                  <a:srgbClr val="172C40"/>
                </a:solidFill>
                <a:latin typeface="DejaVu Sans"/>
                <a:ea typeface="DejaVu Sans"/>
                <a:cs typeface="DejaVu Sans"/>
              </a:defRPr>
            </a:lvl5pPr>
            <a:lvl6pPr>
              <a:buNone/>
              <a:defRPr sz="1500" b="0">
                <a:solidFill>
                  <a:srgbClr val="172C40"/>
                </a:solidFill>
                <a:latin typeface="DejaVu Sans"/>
                <a:ea typeface="DejaVu Sans"/>
                <a:cs typeface="DejaVu Sans"/>
              </a:defRPr>
            </a:lvl6pPr>
            <a:lvl7pPr>
              <a:buNone/>
              <a:defRPr sz="1500" b="0">
                <a:solidFill>
                  <a:srgbClr val="172C40"/>
                </a:solidFill>
                <a:latin typeface="DejaVu Sans"/>
                <a:ea typeface="DejaVu Sans"/>
                <a:cs typeface="DejaVu Sans"/>
              </a:defRPr>
            </a:lvl7pPr>
            <a:lvl8pPr>
              <a:buNone/>
              <a:defRPr sz="1500" b="0">
                <a:solidFill>
                  <a:srgbClr val="172C40"/>
                </a:solidFill>
                <a:latin typeface="DejaVu Sans"/>
                <a:ea typeface="DejaVu Sans"/>
                <a:cs typeface="DejaVu Sans"/>
              </a:defRPr>
            </a:lvl8pPr>
            <a:lvl9pPr>
              <a:buNone/>
              <a:defRPr sz="1500" b="0">
                <a:solidFill>
                  <a:srgbClr val="172C40"/>
                </a:solidFill>
                <a:latin typeface="DejaVu Sans"/>
                <a:ea typeface="DejaVu Sans"/>
                <a:cs typeface="DejaVu Sans"/>
              </a:defRPr>
            </a:lvl9pPr>
          </a:lstStyle>
          <a:p xmlns:a="http://schemas.openxmlformats.org/drawingml/2006/main">
            <a:pPr>
              <a:buNone/>
              <a:defRPr sz="1500" b="0">
                <a:solidFill>
                  <a:srgbClr val="172C40"/>
                </a:solidFill>
                <a:latin typeface="DejaVu Sans"/>
                <a:ea typeface="DejaVu Sans"/>
                <a:cs typeface="DejaVu Sans"/>
              </a:defRPr>
            </a:pPr>
            <a:r>
              <a:rPr sz="1500" b="0">
                <a:solidFill>
                  <a:srgbClr val="172C40"/>
                </a:solidFill>
                <a:latin typeface="DejaVu Sans"/>
                <a:ea typeface="DejaVu Sans"/>
                <a:cs typeface="DejaVu Sans"/>
              </a:rPr>
              <a:t>Fix prompts and configuration before trials. Preserve rejected requests, failures and reviewer disagreements.</a:t>
            </a:r>
          </a:p>
        </p:txBody>
      </p:sp>
      <p:sp>
        <p:nvSpPr>
          <p:cNvPr id="34" name="">
            <a:extLst xmlns:a="http://schemas.openxmlformats.org/drawingml/2006/main">
              <a:ext uri="{FF2B5EF4-FFF2-40B4-BE49-F238E27FC236}">
                <a16:creationId xmlns:a16="http://schemas.microsoft.com/office/drawing/2014/main" id="{8393FC2C-3489-4A90-9164-1C9CF61DBE0B}"/>
              </a:ext>
            </a:extLst>
          </p:cNvPr>
          <p:cNvSpPr>
            <a:spLocks xmlns:a="http://schemas.openxmlformats.org/drawingml/2006/main" noGrp="1"/>
          </p:cNvSpPr>
          <p:nvPr/>
        </p:nvSpPr>
        <p:spPr>
          <a:xfrm xmlns:a="http://schemas.openxmlformats.org/drawingml/2006/main">
            <a:off x="609600" y="5572125"/>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0">
                <a:solidFill>
                  <a:srgbClr val="526474"/>
                </a:solidFill>
                <a:latin typeface="DejaVu Sans"/>
                <a:ea typeface="DejaVu Sans"/>
                <a:cs typeface="DejaVu Sans"/>
              </a:defRPr>
            </a:defPPr>
            <a:lvl1pPr>
              <a:buNone/>
              <a:defRPr sz="1275" b="0">
                <a:solidFill>
                  <a:srgbClr val="526474"/>
                </a:solidFill>
                <a:latin typeface="DejaVu Sans"/>
                <a:ea typeface="DejaVu Sans"/>
                <a:cs typeface="DejaVu Sans"/>
              </a:defRPr>
            </a:lvl1pPr>
            <a:lvl2pPr>
              <a:buNone/>
              <a:defRPr sz="1275" b="0">
                <a:solidFill>
                  <a:srgbClr val="526474"/>
                </a:solidFill>
                <a:latin typeface="DejaVu Sans"/>
                <a:ea typeface="DejaVu Sans"/>
                <a:cs typeface="DejaVu Sans"/>
              </a:defRPr>
            </a:lvl2pPr>
            <a:lvl3pPr>
              <a:buNone/>
              <a:defRPr sz="1275" b="0">
                <a:solidFill>
                  <a:srgbClr val="526474"/>
                </a:solidFill>
                <a:latin typeface="DejaVu Sans"/>
                <a:ea typeface="DejaVu Sans"/>
                <a:cs typeface="DejaVu Sans"/>
              </a:defRPr>
            </a:lvl3pPr>
            <a:lvl4pPr>
              <a:buNone/>
              <a:defRPr sz="1275" b="0">
                <a:solidFill>
                  <a:srgbClr val="526474"/>
                </a:solidFill>
                <a:latin typeface="DejaVu Sans"/>
                <a:ea typeface="DejaVu Sans"/>
                <a:cs typeface="DejaVu Sans"/>
              </a:defRPr>
            </a:lvl4pPr>
            <a:lvl5pPr>
              <a:buNone/>
              <a:defRPr sz="1275" b="0">
                <a:solidFill>
                  <a:srgbClr val="526474"/>
                </a:solidFill>
                <a:latin typeface="DejaVu Sans"/>
                <a:ea typeface="DejaVu Sans"/>
                <a:cs typeface="DejaVu Sans"/>
              </a:defRPr>
            </a:lvl5pPr>
            <a:lvl6pPr>
              <a:buNone/>
              <a:defRPr sz="1275" b="0">
                <a:solidFill>
                  <a:srgbClr val="526474"/>
                </a:solidFill>
                <a:latin typeface="DejaVu Sans"/>
                <a:ea typeface="DejaVu Sans"/>
                <a:cs typeface="DejaVu Sans"/>
              </a:defRPr>
            </a:lvl6pPr>
            <a:lvl7pPr>
              <a:buNone/>
              <a:defRPr sz="1275" b="0">
                <a:solidFill>
                  <a:srgbClr val="526474"/>
                </a:solidFill>
                <a:latin typeface="DejaVu Sans"/>
                <a:ea typeface="DejaVu Sans"/>
                <a:cs typeface="DejaVu Sans"/>
              </a:defRPr>
            </a:lvl7pPr>
            <a:lvl8pPr>
              <a:buNone/>
              <a:defRPr sz="1275" b="0">
                <a:solidFill>
                  <a:srgbClr val="526474"/>
                </a:solidFill>
                <a:latin typeface="DejaVu Sans"/>
                <a:ea typeface="DejaVu Sans"/>
                <a:cs typeface="DejaVu Sans"/>
              </a:defRPr>
            </a:lvl8pPr>
            <a:lvl9pPr>
              <a:buNone/>
              <a:defRPr sz="1275" b="0">
                <a:solidFill>
                  <a:srgbClr val="526474"/>
                </a:solidFill>
                <a:latin typeface="DejaVu Sans"/>
                <a:ea typeface="DejaVu Sans"/>
                <a:cs typeface="DejaVu Sans"/>
              </a:defRPr>
            </a:lvl9pPr>
          </a:lstStyle>
          <a:p xmlns:a="http://schemas.openxmlformats.org/drawingml/2006/main">
            <a:pPr>
              <a:buNone/>
              <a:defRPr sz="1275" b="0">
                <a:solidFill>
                  <a:srgbClr val="526474"/>
                </a:solidFill>
                <a:latin typeface="DejaVu Sans"/>
                <a:ea typeface="DejaVu Sans"/>
                <a:cs typeface="DejaVu Sans"/>
              </a:defRPr>
            </a:pPr>
            <a:r>
              <a:rPr sz="1275" b="0">
                <a:solidFill>
                  <a:srgbClr val="526474"/>
                </a:solidFill>
                <a:latin typeface="DejaVu Sans"/>
                <a:ea typeface="DejaVu Sans"/>
                <a:cs typeface="DejaVu Sans"/>
              </a:rPr>
              <a:t>Protocol only · generation measurements follow implementation</a:t>
            </a:r>
          </a:p>
        </p:txBody>
      </p:sp>
    </p:spTree>
    <p:extLst>
      <p:ext uri="{BB962C8B-B14F-4D97-AF65-F5344CB8AC3E}">
        <p14:creationId xmlns:p14="http://schemas.microsoft.com/office/powerpoint/2010/main" val="823535700"/>
      </p:ext>
    </p:extLst>
  </p:cSld>
</p:sld>
</file>

<file path=ppt/slides/slide10.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FECA7FC-5375-4D2B-BE70-4CADB102CABA}"/>
              </a:ext>
            </a:extLst>
          </p:cNvPr>
          <p:cNvSpPr>
            <a:spLocks xmlns:a="http://schemas.openxmlformats.org/drawingml/2006/main" noGrp="1"/>
          </p:cNvSpPr>
          <p:nvPr/>
        </p:nvSpPr>
        <p:spPr>
          <a:xfrm xmlns:a="http://schemas.openxmlformats.org/drawingml/2006/main">
            <a:off x="609600" y="542925"/>
            <a:ext cx="609600" cy="47625"/>
          </a:xfrm>
          <a:prstGeom xmlns:a="http://schemas.openxmlformats.org/drawingml/2006/main" prst="rect">
            <a:avLst/>
          </a:prstGeom>
          <a:solidFill xmlns:a="http://schemas.openxmlformats.org/drawingml/2006/main">
            <a:srgbClr val="2E64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F0CCF4-0A76-429E-9655-017BAD669446}"/>
              </a:ext>
            </a:extLst>
          </p:cNvPr>
          <p:cNvSpPr>
            <a:spLocks xmlns:a="http://schemas.openxmlformats.org/drawingml/2006/main" noGrp="1"/>
          </p:cNvSpPr>
          <p:nvPr/>
        </p:nvSpPr>
        <p:spPr>
          <a:xfrm xmlns:a="http://schemas.openxmlformats.org/drawingml/2006/main">
            <a:off x="609600" y="800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C40"/>
                </a:solidFill>
                <a:latin typeface="DejaVu Sans"/>
                <a:ea typeface="DejaVu Sans"/>
                <a:cs typeface="DejaVu Sans"/>
              </a:defRPr>
            </a:defPPr>
            <a:lvl1pPr>
              <a:buNone/>
              <a:defRPr sz="2850" b="1">
                <a:solidFill>
                  <a:srgbClr val="172C40"/>
                </a:solidFill>
                <a:latin typeface="DejaVu Sans"/>
                <a:ea typeface="DejaVu Sans"/>
                <a:cs typeface="DejaVu Sans"/>
              </a:defRPr>
            </a:lvl1pPr>
            <a:lvl2pPr>
              <a:buNone/>
              <a:defRPr sz="2850" b="1">
                <a:solidFill>
                  <a:srgbClr val="172C40"/>
                </a:solidFill>
                <a:latin typeface="DejaVu Sans"/>
                <a:ea typeface="DejaVu Sans"/>
                <a:cs typeface="DejaVu Sans"/>
              </a:defRPr>
            </a:lvl2pPr>
            <a:lvl3pPr>
              <a:buNone/>
              <a:defRPr sz="2850" b="1">
                <a:solidFill>
                  <a:srgbClr val="172C40"/>
                </a:solidFill>
                <a:latin typeface="DejaVu Sans"/>
                <a:ea typeface="DejaVu Sans"/>
                <a:cs typeface="DejaVu Sans"/>
              </a:defRPr>
            </a:lvl3pPr>
            <a:lvl4pPr>
              <a:buNone/>
              <a:defRPr sz="2850" b="1">
                <a:solidFill>
                  <a:srgbClr val="172C40"/>
                </a:solidFill>
                <a:latin typeface="DejaVu Sans"/>
                <a:ea typeface="DejaVu Sans"/>
                <a:cs typeface="DejaVu Sans"/>
              </a:defRPr>
            </a:lvl4pPr>
            <a:lvl5pPr>
              <a:buNone/>
              <a:defRPr sz="2850" b="1">
                <a:solidFill>
                  <a:srgbClr val="172C40"/>
                </a:solidFill>
                <a:latin typeface="DejaVu Sans"/>
                <a:ea typeface="DejaVu Sans"/>
                <a:cs typeface="DejaVu Sans"/>
              </a:defRPr>
            </a:lvl5pPr>
            <a:lvl6pPr>
              <a:buNone/>
              <a:defRPr sz="2850" b="1">
                <a:solidFill>
                  <a:srgbClr val="172C40"/>
                </a:solidFill>
                <a:latin typeface="DejaVu Sans"/>
                <a:ea typeface="DejaVu Sans"/>
                <a:cs typeface="DejaVu Sans"/>
              </a:defRPr>
            </a:lvl6pPr>
            <a:lvl7pPr>
              <a:buNone/>
              <a:defRPr sz="2850" b="1">
                <a:solidFill>
                  <a:srgbClr val="172C40"/>
                </a:solidFill>
                <a:latin typeface="DejaVu Sans"/>
                <a:ea typeface="DejaVu Sans"/>
                <a:cs typeface="DejaVu Sans"/>
              </a:defRPr>
            </a:lvl7pPr>
            <a:lvl8pPr>
              <a:buNone/>
              <a:defRPr sz="2850" b="1">
                <a:solidFill>
                  <a:srgbClr val="172C40"/>
                </a:solidFill>
                <a:latin typeface="DejaVu Sans"/>
                <a:ea typeface="DejaVu Sans"/>
                <a:cs typeface="DejaVu Sans"/>
              </a:defRPr>
            </a:lvl8pPr>
            <a:lvl9pPr>
              <a:buNone/>
              <a:defRPr sz="2850" b="1">
                <a:solidFill>
                  <a:srgbClr val="172C40"/>
                </a:solidFill>
                <a:latin typeface="DejaVu Sans"/>
                <a:ea typeface="DejaVu Sans"/>
                <a:cs typeface="DejaVu Sans"/>
              </a:defRPr>
            </a:lvl9pPr>
          </a:lstStyle>
          <a:p xmlns:a="http://schemas.openxmlformats.org/drawingml/2006/main">
            <a:pPr>
              <a:buNone/>
              <a:defRPr sz="2850" b="1">
                <a:solidFill>
                  <a:srgbClr val="172C40"/>
                </a:solidFill>
                <a:latin typeface="DejaVu Sans"/>
                <a:ea typeface="DejaVu Sans"/>
                <a:cs typeface="DejaVu Sans"/>
              </a:defRPr>
            </a:pPr>
            <a:r>
              <a:rPr sz="2850" b="1">
                <a:solidFill>
                  <a:srgbClr val="172C40"/>
                </a:solidFill>
                <a:latin typeface="DejaVu Sans"/>
                <a:ea typeface="DejaVu Sans"/>
                <a:cs typeface="DejaVu Sans"/>
              </a:rPr>
              <a:t>Project plan and supervisor review</a:t>
            </a:r>
          </a:p>
        </p:txBody>
      </p:sp>
      <p:sp>
        <p:nvSpPr>
          <p:cNvPr id="3" name="">
            <a:extLst xmlns:a="http://schemas.openxmlformats.org/drawingml/2006/main">
              <a:ext uri="{FF2B5EF4-FFF2-40B4-BE49-F238E27FC236}">
                <a16:creationId xmlns:a16="http://schemas.microsoft.com/office/drawing/2014/main" id="{C6A6DAC9-A37C-4685-9E29-896FA37A904B}"/>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CAD4D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8869B9E-BDA1-4D96-8C85-6284A14ADFA8}"/>
              </a:ext>
            </a:extLst>
          </p:cNvPr>
          <p:cNvSpPr>
            <a:spLocks xmlns:a="http://schemas.openxmlformats.org/drawingml/2006/main" noGrp="1"/>
          </p:cNvSpPr>
          <p:nvPr/>
        </p:nvSpPr>
        <p:spPr>
          <a:xfrm xmlns:a="http://schemas.openxmlformats.org/drawingml/2006/main">
            <a:off x="609600" y="6238875"/>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10 Management and 11 Supervisor / Provisional plan / aitu-gamegen.youtrack.cloud</a:t>
            </a:r>
          </a:p>
        </p:txBody>
      </p:sp>
      <p:sp>
        <p:nvSpPr>
          <p:cNvPr id="5" name="">
            <a:extLst xmlns:a="http://schemas.openxmlformats.org/drawingml/2006/main">
              <a:ext uri="{FF2B5EF4-FFF2-40B4-BE49-F238E27FC236}">
                <a16:creationId xmlns:a16="http://schemas.microsoft.com/office/drawing/2014/main" id="{94CA7F45-73F1-49AE-9945-1B5F4EB4C71F}"/>
              </a:ext>
            </a:extLst>
          </p:cNvPr>
          <p:cNvSpPr>
            <a:spLocks xmlns:a="http://schemas.openxmlformats.org/drawingml/2006/main" noGrp="1"/>
          </p:cNvSpPr>
          <p:nvPr/>
        </p:nvSpPr>
        <p:spPr>
          <a:xfrm xmlns:a="http://schemas.openxmlformats.org/drawingml/2006/main">
            <a:off x="11125200" y="6219825"/>
            <a:ext cx="45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10</a:t>
            </a:r>
          </a:p>
        </p:txBody>
      </p:sp>
      <p:sp>
        <p:nvSpPr>
          <p:cNvPr id="6" name="">
            <a:extLst xmlns:a="http://schemas.openxmlformats.org/drawingml/2006/main">
              <a:ext uri="{FF2B5EF4-FFF2-40B4-BE49-F238E27FC236}">
                <a16:creationId xmlns:a16="http://schemas.microsoft.com/office/drawing/2014/main" id="{2947B680-E740-40D7-8A7B-58ABDDA83C01}"/>
              </a:ext>
            </a:extLst>
          </p:cNvPr>
          <p:cNvSpPr>
            <a:spLocks xmlns:a="http://schemas.openxmlformats.org/drawingml/2006/main" noGrp="1"/>
          </p:cNvSpPr>
          <p:nvPr/>
        </p:nvSpPr>
        <p:spPr>
          <a:xfrm xmlns:a="http://schemas.openxmlformats.org/drawingml/2006/main">
            <a:off x="609600" y="1809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7" name="">
            <a:extLst xmlns:a="http://schemas.openxmlformats.org/drawingml/2006/main">
              <a:ext uri="{FF2B5EF4-FFF2-40B4-BE49-F238E27FC236}">
                <a16:creationId xmlns:a16="http://schemas.microsoft.com/office/drawing/2014/main" id="{CCED3C3D-E908-4EF5-89FD-803406FE0F60}"/>
              </a:ext>
            </a:extLst>
          </p:cNvPr>
          <p:cNvSpPr>
            <a:spLocks xmlns:a="http://schemas.openxmlformats.org/drawingml/2006/main" noGrp="1"/>
          </p:cNvSpPr>
          <p:nvPr/>
        </p:nvSpPr>
        <p:spPr>
          <a:xfrm xmlns:a="http://schemas.openxmlformats.org/drawingml/2006/main">
            <a:off x="609600" y="22479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8" name="">
            <a:extLst xmlns:a="http://schemas.openxmlformats.org/drawingml/2006/main">
              <a:ext uri="{FF2B5EF4-FFF2-40B4-BE49-F238E27FC236}">
                <a16:creationId xmlns:a16="http://schemas.microsoft.com/office/drawing/2014/main" id="{784A01C1-B057-40EE-B703-DE5C1A0562F8}"/>
              </a:ext>
            </a:extLst>
          </p:cNvPr>
          <p:cNvSpPr>
            <a:spLocks xmlns:a="http://schemas.openxmlformats.org/drawingml/2006/main" noGrp="1"/>
          </p:cNvSpPr>
          <p:nvPr/>
        </p:nvSpPr>
        <p:spPr>
          <a:xfrm xmlns:a="http://schemas.openxmlformats.org/drawingml/2006/main">
            <a:off x="609600" y="32099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9" name="">
            <a:extLst xmlns:a="http://schemas.openxmlformats.org/drawingml/2006/main">
              <a:ext uri="{FF2B5EF4-FFF2-40B4-BE49-F238E27FC236}">
                <a16:creationId xmlns:a16="http://schemas.microsoft.com/office/drawing/2014/main" id="{CE45E46E-042A-4D4F-BA96-8A0DE4B90698}"/>
              </a:ext>
            </a:extLst>
          </p:cNvPr>
          <p:cNvSpPr>
            <a:spLocks xmlns:a="http://schemas.openxmlformats.org/drawingml/2006/main" noGrp="1"/>
          </p:cNvSpPr>
          <p:nvPr/>
        </p:nvSpPr>
        <p:spPr>
          <a:xfrm xmlns:a="http://schemas.openxmlformats.org/drawingml/2006/main">
            <a:off x="609600" y="36480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10" name="">
            <a:extLst xmlns:a="http://schemas.openxmlformats.org/drawingml/2006/main">
              <a:ext uri="{FF2B5EF4-FFF2-40B4-BE49-F238E27FC236}">
                <a16:creationId xmlns:a16="http://schemas.microsoft.com/office/drawing/2014/main" id="{01E19FBF-0CEC-4ECD-A140-7D60486900C1}"/>
              </a:ext>
            </a:extLst>
          </p:cNvPr>
          <p:cNvSpPr>
            <a:spLocks xmlns:a="http://schemas.openxmlformats.org/drawingml/2006/main" noGrp="1"/>
          </p:cNvSpPr>
          <p:nvPr/>
        </p:nvSpPr>
        <p:spPr>
          <a:xfrm xmlns:a="http://schemas.openxmlformats.org/drawingml/2006/main">
            <a:off x="609600" y="46101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
            </a:r>
          </a:p>
        </p:txBody>
      </p:sp>
      <p:sp>
        <p:nvSpPr>
          <p:cNvPr id="11" name="">
            <a:extLst xmlns:a="http://schemas.openxmlformats.org/drawingml/2006/main">
              <a:ext uri="{FF2B5EF4-FFF2-40B4-BE49-F238E27FC236}">
                <a16:creationId xmlns:a16="http://schemas.microsoft.com/office/drawing/2014/main" id="{1E2DCC39-018B-46B7-83F2-47A08F3EF9AD}"/>
              </a:ext>
            </a:extLst>
          </p:cNvPr>
          <p:cNvSpPr>
            <a:spLocks xmlns:a="http://schemas.openxmlformats.org/drawingml/2006/main" noGrp="1"/>
          </p:cNvSpPr>
          <p:nvPr/>
        </p:nvSpPr>
        <p:spPr>
          <a:xfrm xmlns:a="http://schemas.openxmlformats.org/drawingml/2006/main">
            <a:off x="609600" y="5048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C40"/>
                </a:solidFill>
                <a:latin typeface="DejaVu Sans"/>
                <a:ea typeface="DejaVu Sans"/>
                <a:cs typeface="DejaVu Sans"/>
              </a:defRPr>
            </a:defPPr>
            <a:lvl1pPr>
              <a:buNone/>
              <a:defRPr sz="1875" b="0">
                <a:solidFill>
                  <a:srgbClr val="172C40"/>
                </a:solidFill>
                <a:latin typeface="DejaVu Sans"/>
                <a:ea typeface="DejaVu Sans"/>
                <a:cs typeface="DejaVu Sans"/>
              </a:defRPr>
            </a:lvl1pPr>
            <a:lvl2pPr>
              <a:buNone/>
              <a:defRPr sz="1875" b="0">
                <a:solidFill>
                  <a:srgbClr val="172C40"/>
                </a:solidFill>
                <a:latin typeface="DejaVu Sans"/>
                <a:ea typeface="DejaVu Sans"/>
                <a:cs typeface="DejaVu Sans"/>
              </a:defRPr>
            </a:lvl2pPr>
            <a:lvl3pPr>
              <a:buNone/>
              <a:defRPr sz="1875" b="0">
                <a:solidFill>
                  <a:srgbClr val="172C40"/>
                </a:solidFill>
                <a:latin typeface="DejaVu Sans"/>
                <a:ea typeface="DejaVu Sans"/>
                <a:cs typeface="DejaVu Sans"/>
              </a:defRPr>
            </a:lvl3pPr>
            <a:lvl4pPr>
              <a:buNone/>
              <a:defRPr sz="1875" b="0">
                <a:solidFill>
                  <a:srgbClr val="172C40"/>
                </a:solidFill>
                <a:latin typeface="DejaVu Sans"/>
                <a:ea typeface="DejaVu Sans"/>
                <a:cs typeface="DejaVu Sans"/>
              </a:defRPr>
            </a:lvl4pPr>
            <a:lvl5pPr>
              <a:buNone/>
              <a:defRPr sz="1875" b="0">
                <a:solidFill>
                  <a:srgbClr val="172C40"/>
                </a:solidFill>
                <a:latin typeface="DejaVu Sans"/>
                <a:ea typeface="DejaVu Sans"/>
                <a:cs typeface="DejaVu Sans"/>
              </a:defRPr>
            </a:lvl5pPr>
            <a:lvl6pPr>
              <a:buNone/>
              <a:defRPr sz="1875" b="0">
                <a:solidFill>
                  <a:srgbClr val="172C40"/>
                </a:solidFill>
                <a:latin typeface="DejaVu Sans"/>
                <a:ea typeface="DejaVu Sans"/>
                <a:cs typeface="DejaVu Sans"/>
              </a:defRPr>
            </a:lvl6pPr>
            <a:lvl7pPr>
              <a:buNone/>
              <a:defRPr sz="1875" b="0">
                <a:solidFill>
                  <a:srgbClr val="172C40"/>
                </a:solidFill>
                <a:latin typeface="DejaVu Sans"/>
                <a:ea typeface="DejaVu Sans"/>
                <a:cs typeface="DejaVu Sans"/>
              </a:defRPr>
            </a:lvl7pPr>
            <a:lvl8pPr>
              <a:buNone/>
              <a:defRPr sz="1875" b="0">
                <a:solidFill>
                  <a:srgbClr val="172C40"/>
                </a:solidFill>
                <a:latin typeface="DejaVu Sans"/>
                <a:ea typeface="DejaVu Sans"/>
                <a:cs typeface="DejaVu Sans"/>
              </a:defRPr>
            </a:lvl8pPr>
            <a:lvl9pPr>
              <a:buNone/>
              <a:defRPr sz="1875" b="0">
                <a:solidFill>
                  <a:srgbClr val="172C40"/>
                </a:solidFill>
                <a:latin typeface="DejaVu Sans"/>
                <a:ea typeface="DejaVu Sans"/>
                <a:cs typeface="DejaVu Sans"/>
              </a:defRPr>
            </a:lvl9pPr>
          </a:lstStyle>
          <a:p xmlns:a="http://schemas.openxmlformats.org/drawingml/2006/main">
            <a:pPr>
              <a:buNone/>
              <a:defRPr sz="1875" b="0">
                <a:solidFill>
                  <a:srgbClr val="172C40"/>
                </a:solidFill>
                <a:latin typeface="DejaVu Sans"/>
                <a:ea typeface="DejaVu Sans"/>
                <a:cs typeface="DejaVu Sans"/>
              </a:defRPr>
            </a:pPr>
            <a:r>
              <a:rPr sz="1875" b="0">
                <a:solidFill>
                  <a:srgbClr val="172C40"/>
                </a:solidFill>
                <a:latin typeface="DejaVu Sans"/>
                <a:ea typeface="DejaVu Sans"/>
                <a:cs typeface="DejaVu Sans"/>
              </a:rPr>
              <a:t/>
            </a:r>
          </a:p>
        </p:txBody>
      </p:sp>
      <p:sp>
        <p:nvSpPr>
          <p:cNvPr id="13" name="">
            <a:extLst xmlns:a="http://schemas.openxmlformats.org/drawingml/2006/main">
              <a:ext uri="{FF2B5EF4-FFF2-40B4-BE49-F238E27FC236}">
                <a16:creationId xmlns:a16="http://schemas.microsoft.com/office/drawing/2014/main" id="{4EBEAD23-5B75-4D81-A237-2623B40A70EF}"/>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E6478"/>
                </a:solidFill>
                <a:latin typeface="DejaVu Sans"/>
                <a:ea typeface="DejaVu Sans"/>
                <a:cs typeface="DejaVu Sans"/>
              </a:defRPr>
            </a:defPPr>
            <a:lvl1pPr>
              <a:buNone/>
              <a:defRPr sz="2025" b="1">
                <a:solidFill>
                  <a:srgbClr val="2E6478"/>
                </a:solidFill>
                <a:latin typeface="DejaVu Sans"/>
                <a:ea typeface="DejaVu Sans"/>
                <a:cs typeface="DejaVu Sans"/>
              </a:defRPr>
            </a:lvl1pPr>
            <a:lvl2pPr>
              <a:buNone/>
              <a:defRPr sz="2025" b="1">
                <a:solidFill>
                  <a:srgbClr val="2E6478"/>
                </a:solidFill>
                <a:latin typeface="DejaVu Sans"/>
                <a:ea typeface="DejaVu Sans"/>
                <a:cs typeface="DejaVu Sans"/>
              </a:defRPr>
            </a:lvl2pPr>
            <a:lvl3pPr>
              <a:buNone/>
              <a:defRPr sz="2025" b="1">
                <a:solidFill>
                  <a:srgbClr val="2E6478"/>
                </a:solidFill>
                <a:latin typeface="DejaVu Sans"/>
                <a:ea typeface="DejaVu Sans"/>
                <a:cs typeface="DejaVu Sans"/>
              </a:defRPr>
            </a:lvl3pPr>
            <a:lvl4pPr>
              <a:buNone/>
              <a:defRPr sz="2025" b="1">
                <a:solidFill>
                  <a:srgbClr val="2E6478"/>
                </a:solidFill>
                <a:latin typeface="DejaVu Sans"/>
                <a:ea typeface="DejaVu Sans"/>
                <a:cs typeface="DejaVu Sans"/>
              </a:defRPr>
            </a:lvl4pPr>
            <a:lvl5pPr>
              <a:buNone/>
              <a:defRPr sz="2025" b="1">
                <a:solidFill>
                  <a:srgbClr val="2E6478"/>
                </a:solidFill>
                <a:latin typeface="DejaVu Sans"/>
                <a:ea typeface="DejaVu Sans"/>
                <a:cs typeface="DejaVu Sans"/>
              </a:defRPr>
            </a:lvl5pPr>
            <a:lvl6pPr>
              <a:buNone/>
              <a:defRPr sz="2025" b="1">
                <a:solidFill>
                  <a:srgbClr val="2E6478"/>
                </a:solidFill>
                <a:latin typeface="DejaVu Sans"/>
                <a:ea typeface="DejaVu Sans"/>
                <a:cs typeface="DejaVu Sans"/>
              </a:defRPr>
            </a:lvl6pPr>
            <a:lvl7pPr>
              <a:buNone/>
              <a:defRPr sz="2025" b="1">
                <a:solidFill>
                  <a:srgbClr val="2E6478"/>
                </a:solidFill>
                <a:latin typeface="DejaVu Sans"/>
                <a:ea typeface="DejaVu Sans"/>
                <a:cs typeface="DejaVu Sans"/>
              </a:defRPr>
            </a:lvl7pPr>
            <a:lvl8pPr>
              <a:buNone/>
              <a:defRPr sz="2025" b="1">
                <a:solidFill>
                  <a:srgbClr val="2E6478"/>
                </a:solidFill>
                <a:latin typeface="DejaVu Sans"/>
                <a:ea typeface="DejaVu Sans"/>
                <a:cs typeface="DejaVu Sans"/>
              </a:defRPr>
            </a:lvl8pPr>
            <a:lvl9pPr>
              <a:buNone/>
              <a:defRPr sz="2025" b="1">
                <a:solidFill>
                  <a:srgbClr val="2E6478"/>
                </a:solidFill>
                <a:latin typeface="DejaVu Sans"/>
                <a:ea typeface="DejaVu Sans"/>
                <a:cs typeface="DejaVu Sans"/>
              </a:defRPr>
            </a:lvl9pPr>
          </a:lstStyle>
          <a:p xmlns:a="http://schemas.openxmlformats.org/drawingml/2006/main">
            <a:pPr>
              <a:buNone/>
              <a:defRPr sz="2025" b="1">
                <a:solidFill>
                  <a:srgbClr val="2E6478"/>
                </a:solidFill>
                <a:latin typeface="DejaVu Sans"/>
                <a:ea typeface="DejaVu Sans"/>
                <a:cs typeface="DejaVu Sans"/>
              </a:defRPr>
            </a:pPr>
            <a:r>
              <a:rPr sz="2025" b="1">
                <a:solidFill>
                  <a:srgbClr val="2E6478"/>
                </a:solidFill>
                <a:latin typeface="DejaVu Sans"/>
                <a:ea typeface="DejaVu Sans"/>
                <a:cs typeface="DejaVu Sans"/>
              </a:rPr>
              <a:t>Provisional sequence of project milestones</a:t>
            </a:r>
          </a:p>
        </p:txBody>
      </p:sp>
      <p:sp>
        <p:nvSpPr>
          <p:cNvPr id="14" name="">
            <a:extLst xmlns:a="http://schemas.openxmlformats.org/drawingml/2006/main">
              <a:ext uri="{FF2B5EF4-FFF2-40B4-BE49-F238E27FC236}">
                <a16:creationId xmlns:a16="http://schemas.microsoft.com/office/drawing/2014/main" id="{8CF9EA85-08FF-4129-8517-1A1444F1F6F6}"/>
              </a:ext>
            </a:extLst>
          </p:cNvPr>
          <p:cNvSpPr>
            <a:spLocks xmlns:a="http://schemas.openxmlformats.org/drawingml/2006/main" noGrp="1"/>
          </p:cNvSpPr>
          <p:nvPr/>
        </p:nvSpPr>
        <p:spPr>
          <a:xfrm xmlns:a="http://schemas.openxmlformats.org/drawingml/2006/main">
            <a:off x="1143000" y="2924175"/>
            <a:ext cx="9810750" cy="28575"/>
          </a:xfrm>
          <a:prstGeom xmlns:a="http://schemas.openxmlformats.org/drawingml/2006/main" prst="rect">
            <a:avLst/>
          </a:prstGeom>
          <a:solidFill xmlns:a="http://schemas.openxmlformats.org/drawingml/2006/main">
            <a:srgbClr val="2E647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F8BB15DE-4D58-4BEB-A15C-9DF48372453E}"/>
              </a:ext>
            </a:extLst>
          </p:cNvPr>
          <p:cNvSpPr>
            <a:spLocks xmlns:a="http://schemas.openxmlformats.org/drawingml/2006/main" noGrp="1"/>
          </p:cNvSpPr>
          <p:nvPr/>
        </p:nvSpPr>
        <p:spPr>
          <a:xfrm xmlns:a="http://schemas.openxmlformats.org/drawingml/2006/main">
            <a:off x="1000125" y="2743200"/>
            <a:ext cx="381000" cy="381000"/>
          </a:xfrm>
          <a:prstGeom xmlns:a="http://schemas.openxmlformats.org/drawingml/2006/main" prst="ellipse">
            <a:avLst/>
          </a:prstGeom>
          <a:solidFill xmlns:a="http://schemas.openxmlformats.org/drawingml/2006/main">
            <a:srgbClr val="2E647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373D649-BCEF-4C25-8FF5-D0356CA5B436}"/>
              </a:ext>
            </a:extLst>
          </p:cNvPr>
          <p:cNvSpPr>
            <a:spLocks xmlns:a="http://schemas.openxmlformats.org/drawingml/2006/main" noGrp="1"/>
          </p:cNvSpPr>
          <p:nvPr/>
        </p:nvSpPr>
        <p:spPr>
          <a:xfrm xmlns:a="http://schemas.openxmlformats.org/drawingml/2006/main">
            <a:off x="762000" y="3324225"/>
            <a:ext cx="32956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Mid December</a:t>
            </a:r>
          </a:p>
        </p:txBody>
      </p:sp>
      <p:sp>
        <p:nvSpPr>
          <p:cNvPr id="17" name="">
            <a:extLst xmlns:a="http://schemas.openxmlformats.org/drawingml/2006/main">
              <a:ext uri="{FF2B5EF4-FFF2-40B4-BE49-F238E27FC236}">
                <a16:creationId xmlns:a16="http://schemas.microsoft.com/office/drawing/2014/main" id="{AA953D17-F330-423A-83E3-02D8015646E4}"/>
              </a:ext>
            </a:extLst>
          </p:cNvPr>
          <p:cNvSpPr>
            <a:spLocks xmlns:a="http://schemas.openxmlformats.org/drawingml/2006/main" noGrp="1"/>
          </p:cNvSpPr>
          <p:nvPr/>
        </p:nvSpPr>
        <p:spPr>
          <a:xfrm xmlns:a="http://schemas.openxmlformats.org/drawingml/2006/main">
            <a:off x="762000" y="3724275"/>
            <a:ext cx="329565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172C40"/>
                </a:solidFill>
                <a:latin typeface="DejaVu Sans"/>
                <a:ea typeface="DejaVu Sans"/>
                <a:cs typeface="DejaVu Sans"/>
              </a:defRPr>
            </a:defPPr>
            <a:lvl1pPr>
              <a:buNone/>
              <a:defRPr sz="1500" b="0">
                <a:solidFill>
                  <a:srgbClr val="172C40"/>
                </a:solidFill>
                <a:latin typeface="DejaVu Sans"/>
                <a:ea typeface="DejaVu Sans"/>
                <a:cs typeface="DejaVu Sans"/>
              </a:defRPr>
            </a:lvl1pPr>
            <a:lvl2pPr>
              <a:buNone/>
              <a:defRPr sz="1500" b="0">
                <a:solidFill>
                  <a:srgbClr val="172C40"/>
                </a:solidFill>
                <a:latin typeface="DejaVu Sans"/>
                <a:ea typeface="DejaVu Sans"/>
                <a:cs typeface="DejaVu Sans"/>
              </a:defRPr>
            </a:lvl2pPr>
            <a:lvl3pPr>
              <a:buNone/>
              <a:defRPr sz="1500" b="0">
                <a:solidFill>
                  <a:srgbClr val="172C40"/>
                </a:solidFill>
                <a:latin typeface="DejaVu Sans"/>
                <a:ea typeface="DejaVu Sans"/>
                <a:cs typeface="DejaVu Sans"/>
              </a:defRPr>
            </a:lvl3pPr>
            <a:lvl4pPr>
              <a:buNone/>
              <a:defRPr sz="1500" b="0">
                <a:solidFill>
                  <a:srgbClr val="172C40"/>
                </a:solidFill>
                <a:latin typeface="DejaVu Sans"/>
                <a:ea typeface="DejaVu Sans"/>
                <a:cs typeface="DejaVu Sans"/>
              </a:defRPr>
            </a:lvl4pPr>
            <a:lvl5pPr>
              <a:buNone/>
              <a:defRPr sz="1500" b="0">
                <a:solidFill>
                  <a:srgbClr val="172C40"/>
                </a:solidFill>
                <a:latin typeface="DejaVu Sans"/>
                <a:ea typeface="DejaVu Sans"/>
                <a:cs typeface="DejaVu Sans"/>
              </a:defRPr>
            </a:lvl5pPr>
            <a:lvl6pPr>
              <a:buNone/>
              <a:defRPr sz="1500" b="0">
                <a:solidFill>
                  <a:srgbClr val="172C40"/>
                </a:solidFill>
                <a:latin typeface="DejaVu Sans"/>
                <a:ea typeface="DejaVu Sans"/>
                <a:cs typeface="DejaVu Sans"/>
              </a:defRPr>
            </a:lvl6pPr>
            <a:lvl7pPr>
              <a:buNone/>
              <a:defRPr sz="1500" b="0">
                <a:solidFill>
                  <a:srgbClr val="172C40"/>
                </a:solidFill>
                <a:latin typeface="DejaVu Sans"/>
                <a:ea typeface="DejaVu Sans"/>
                <a:cs typeface="DejaVu Sans"/>
              </a:defRPr>
            </a:lvl7pPr>
            <a:lvl8pPr>
              <a:buNone/>
              <a:defRPr sz="1500" b="0">
                <a:solidFill>
                  <a:srgbClr val="172C40"/>
                </a:solidFill>
                <a:latin typeface="DejaVu Sans"/>
                <a:ea typeface="DejaVu Sans"/>
                <a:cs typeface="DejaVu Sans"/>
              </a:defRPr>
            </a:lvl8pPr>
            <a:lvl9pPr>
              <a:buNone/>
              <a:defRPr sz="1500" b="0">
                <a:solidFill>
                  <a:srgbClr val="172C40"/>
                </a:solidFill>
                <a:latin typeface="DejaVu Sans"/>
                <a:ea typeface="DejaVu Sans"/>
                <a:cs typeface="DejaVu Sans"/>
              </a:defRPr>
            </a:lvl9pPr>
          </a:lstStyle>
          <a:p xmlns:a="http://schemas.openxmlformats.org/drawingml/2006/main">
            <a:pPr>
              <a:buNone/>
              <a:defRPr sz="1500" b="0">
                <a:solidFill>
                  <a:srgbClr val="172C40"/>
                </a:solidFill>
                <a:latin typeface="DejaVu Sans"/>
                <a:ea typeface="DejaVu Sans"/>
                <a:cs typeface="DejaVu Sans"/>
              </a:defRPr>
            </a:pPr>
            <a:r>
              <a:rPr sz="1500" b="0">
                <a:solidFill>
                  <a:srgbClr val="172C40"/>
                </a:solidFill>
                <a:latin typeface="DejaVu Sans"/>
                <a:ea typeface="DejaVu Sans"/>
                <a:cs typeface="DejaVu Sans"/>
              </a:rPr>
              <a:t>Evidence and agreed scope</a:t>
            </a:r>
          </a:p>
        </p:txBody>
      </p:sp>
      <p:sp>
        <p:nvSpPr>
          <p:cNvPr id="18" name="">
            <a:extLst xmlns:a="http://schemas.openxmlformats.org/drawingml/2006/main">
              <a:ext uri="{FF2B5EF4-FFF2-40B4-BE49-F238E27FC236}">
                <a16:creationId xmlns:a16="http://schemas.microsoft.com/office/drawing/2014/main" id="{4AAB5F0B-76E3-48A6-B29E-E84276435431}"/>
              </a:ext>
            </a:extLst>
          </p:cNvPr>
          <p:cNvSpPr>
            <a:spLocks xmlns:a="http://schemas.openxmlformats.org/drawingml/2006/main" noGrp="1"/>
          </p:cNvSpPr>
          <p:nvPr/>
        </p:nvSpPr>
        <p:spPr>
          <a:xfrm xmlns:a="http://schemas.openxmlformats.org/drawingml/2006/main">
            <a:off x="4857750" y="2743200"/>
            <a:ext cx="381000" cy="381000"/>
          </a:xfrm>
          <a:prstGeom xmlns:a="http://schemas.openxmlformats.org/drawingml/2006/main" prst="ellipse">
            <a:avLst/>
          </a:prstGeom>
          <a:solidFill xmlns:a="http://schemas.openxmlformats.org/drawingml/2006/main">
            <a:srgbClr val="2E647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C80AE39-AE6D-4379-8E84-51FA9AFD0A93}"/>
              </a:ext>
            </a:extLst>
          </p:cNvPr>
          <p:cNvSpPr>
            <a:spLocks xmlns:a="http://schemas.openxmlformats.org/drawingml/2006/main" noGrp="1"/>
          </p:cNvSpPr>
          <p:nvPr/>
        </p:nvSpPr>
        <p:spPr>
          <a:xfrm xmlns:a="http://schemas.openxmlformats.org/drawingml/2006/main">
            <a:off x="4619625" y="3324225"/>
            <a:ext cx="32956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January–March</a:t>
            </a:r>
          </a:p>
        </p:txBody>
      </p:sp>
      <p:sp>
        <p:nvSpPr>
          <p:cNvPr id="20" name="">
            <a:extLst xmlns:a="http://schemas.openxmlformats.org/drawingml/2006/main">
              <a:ext uri="{FF2B5EF4-FFF2-40B4-BE49-F238E27FC236}">
                <a16:creationId xmlns:a16="http://schemas.microsoft.com/office/drawing/2014/main" id="{D3C380C7-B23A-4299-A64D-40B3213F9E56}"/>
              </a:ext>
            </a:extLst>
          </p:cNvPr>
          <p:cNvSpPr>
            <a:spLocks xmlns:a="http://schemas.openxmlformats.org/drawingml/2006/main" noGrp="1"/>
          </p:cNvSpPr>
          <p:nvPr/>
        </p:nvSpPr>
        <p:spPr>
          <a:xfrm xmlns:a="http://schemas.openxmlformats.org/drawingml/2006/main">
            <a:off x="4619625" y="3724275"/>
            <a:ext cx="329565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172C40"/>
                </a:solidFill>
                <a:latin typeface="DejaVu Sans"/>
                <a:ea typeface="DejaVu Sans"/>
                <a:cs typeface="DejaVu Sans"/>
              </a:defRPr>
            </a:defPPr>
            <a:lvl1pPr>
              <a:buNone/>
              <a:defRPr sz="1500" b="0">
                <a:solidFill>
                  <a:srgbClr val="172C40"/>
                </a:solidFill>
                <a:latin typeface="DejaVu Sans"/>
                <a:ea typeface="DejaVu Sans"/>
                <a:cs typeface="DejaVu Sans"/>
              </a:defRPr>
            </a:lvl1pPr>
            <a:lvl2pPr>
              <a:buNone/>
              <a:defRPr sz="1500" b="0">
                <a:solidFill>
                  <a:srgbClr val="172C40"/>
                </a:solidFill>
                <a:latin typeface="DejaVu Sans"/>
                <a:ea typeface="DejaVu Sans"/>
                <a:cs typeface="DejaVu Sans"/>
              </a:defRPr>
            </a:lvl2pPr>
            <a:lvl3pPr>
              <a:buNone/>
              <a:defRPr sz="1500" b="0">
                <a:solidFill>
                  <a:srgbClr val="172C40"/>
                </a:solidFill>
                <a:latin typeface="DejaVu Sans"/>
                <a:ea typeface="DejaVu Sans"/>
                <a:cs typeface="DejaVu Sans"/>
              </a:defRPr>
            </a:lvl3pPr>
            <a:lvl4pPr>
              <a:buNone/>
              <a:defRPr sz="1500" b="0">
                <a:solidFill>
                  <a:srgbClr val="172C40"/>
                </a:solidFill>
                <a:latin typeface="DejaVu Sans"/>
                <a:ea typeface="DejaVu Sans"/>
                <a:cs typeface="DejaVu Sans"/>
              </a:defRPr>
            </a:lvl4pPr>
            <a:lvl5pPr>
              <a:buNone/>
              <a:defRPr sz="1500" b="0">
                <a:solidFill>
                  <a:srgbClr val="172C40"/>
                </a:solidFill>
                <a:latin typeface="DejaVu Sans"/>
                <a:ea typeface="DejaVu Sans"/>
                <a:cs typeface="DejaVu Sans"/>
              </a:defRPr>
            </a:lvl5pPr>
            <a:lvl6pPr>
              <a:buNone/>
              <a:defRPr sz="1500" b="0">
                <a:solidFill>
                  <a:srgbClr val="172C40"/>
                </a:solidFill>
                <a:latin typeface="DejaVu Sans"/>
                <a:ea typeface="DejaVu Sans"/>
                <a:cs typeface="DejaVu Sans"/>
              </a:defRPr>
            </a:lvl6pPr>
            <a:lvl7pPr>
              <a:buNone/>
              <a:defRPr sz="1500" b="0">
                <a:solidFill>
                  <a:srgbClr val="172C40"/>
                </a:solidFill>
                <a:latin typeface="DejaVu Sans"/>
                <a:ea typeface="DejaVu Sans"/>
                <a:cs typeface="DejaVu Sans"/>
              </a:defRPr>
            </a:lvl7pPr>
            <a:lvl8pPr>
              <a:buNone/>
              <a:defRPr sz="1500" b="0">
                <a:solidFill>
                  <a:srgbClr val="172C40"/>
                </a:solidFill>
                <a:latin typeface="DejaVu Sans"/>
                <a:ea typeface="DejaVu Sans"/>
                <a:cs typeface="DejaVu Sans"/>
              </a:defRPr>
            </a:lvl8pPr>
            <a:lvl9pPr>
              <a:buNone/>
              <a:defRPr sz="1500" b="0">
                <a:solidFill>
                  <a:srgbClr val="172C40"/>
                </a:solidFill>
                <a:latin typeface="DejaVu Sans"/>
                <a:ea typeface="DejaVu Sans"/>
                <a:cs typeface="DejaVu Sans"/>
              </a:defRPr>
            </a:lvl9pPr>
          </a:lstStyle>
          <a:p xmlns:a="http://schemas.openxmlformats.org/drawingml/2006/main">
            <a:pPr>
              <a:buNone/>
              <a:defRPr sz="1500" b="0">
                <a:solidFill>
                  <a:srgbClr val="172C40"/>
                </a:solidFill>
                <a:latin typeface="DejaVu Sans"/>
                <a:ea typeface="DejaVu Sans"/>
                <a:cs typeface="DejaVu Sans"/>
              </a:defRPr>
            </a:pPr>
            <a:r>
              <a:rPr sz="1500" b="0">
                <a:solidFill>
                  <a:srgbClr val="172C40"/>
                </a:solidFill>
                <a:latin typeface="DejaVu Sans"/>
                <a:ea typeface="DejaVu Sans"/>
                <a:cs typeface="DejaVu Sans"/>
              </a:rPr>
              <a:t>Manual game, generation pilot and integration</a:t>
            </a:r>
          </a:p>
        </p:txBody>
      </p:sp>
      <p:sp>
        <p:nvSpPr>
          <p:cNvPr id="21" name="">
            <a:extLst xmlns:a="http://schemas.openxmlformats.org/drawingml/2006/main">
              <a:ext uri="{FF2B5EF4-FFF2-40B4-BE49-F238E27FC236}">
                <a16:creationId xmlns:a16="http://schemas.microsoft.com/office/drawing/2014/main" id="{4D429351-F1F9-48B7-B6AF-6E05C12D8957}"/>
              </a:ext>
            </a:extLst>
          </p:cNvPr>
          <p:cNvSpPr>
            <a:spLocks xmlns:a="http://schemas.openxmlformats.org/drawingml/2006/main" noGrp="1"/>
          </p:cNvSpPr>
          <p:nvPr/>
        </p:nvSpPr>
        <p:spPr>
          <a:xfrm xmlns:a="http://schemas.openxmlformats.org/drawingml/2006/main">
            <a:off x="8715375" y="2743200"/>
            <a:ext cx="381000" cy="381000"/>
          </a:xfrm>
          <a:prstGeom xmlns:a="http://schemas.openxmlformats.org/drawingml/2006/main" prst="ellipse">
            <a:avLst/>
          </a:prstGeom>
          <a:solidFill xmlns:a="http://schemas.openxmlformats.org/drawingml/2006/main">
            <a:srgbClr val="2E647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81E3499-8850-4E70-9587-F7C27742B81B}"/>
              </a:ext>
            </a:extLst>
          </p:cNvPr>
          <p:cNvSpPr>
            <a:spLocks xmlns:a="http://schemas.openxmlformats.org/drawingml/2006/main" noGrp="1"/>
          </p:cNvSpPr>
          <p:nvPr/>
        </p:nvSpPr>
        <p:spPr>
          <a:xfrm xmlns:a="http://schemas.openxmlformats.org/drawingml/2006/main">
            <a:off x="8477250" y="3324225"/>
            <a:ext cx="32956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By May</a:t>
            </a:r>
          </a:p>
        </p:txBody>
      </p:sp>
      <p:sp>
        <p:nvSpPr>
          <p:cNvPr id="23" name="">
            <a:extLst xmlns:a="http://schemas.openxmlformats.org/drawingml/2006/main">
              <a:ext uri="{FF2B5EF4-FFF2-40B4-BE49-F238E27FC236}">
                <a16:creationId xmlns:a16="http://schemas.microsoft.com/office/drawing/2014/main" id="{BC38912D-CADB-4068-AD72-F637394F2C80}"/>
              </a:ext>
            </a:extLst>
          </p:cNvPr>
          <p:cNvSpPr>
            <a:spLocks xmlns:a="http://schemas.openxmlformats.org/drawingml/2006/main" noGrp="1"/>
          </p:cNvSpPr>
          <p:nvPr/>
        </p:nvSpPr>
        <p:spPr>
          <a:xfrm xmlns:a="http://schemas.openxmlformats.org/drawingml/2006/main">
            <a:off x="8477250" y="3724275"/>
            <a:ext cx="329565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172C40"/>
                </a:solidFill>
                <a:latin typeface="DejaVu Sans"/>
                <a:ea typeface="DejaVu Sans"/>
                <a:cs typeface="DejaVu Sans"/>
              </a:defRPr>
            </a:defPPr>
            <a:lvl1pPr>
              <a:buNone/>
              <a:defRPr sz="1500" b="0">
                <a:solidFill>
                  <a:srgbClr val="172C40"/>
                </a:solidFill>
                <a:latin typeface="DejaVu Sans"/>
                <a:ea typeface="DejaVu Sans"/>
                <a:cs typeface="DejaVu Sans"/>
              </a:defRPr>
            </a:lvl1pPr>
            <a:lvl2pPr>
              <a:buNone/>
              <a:defRPr sz="1500" b="0">
                <a:solidFill>
                  <a:srgbClr val="172C40"/>
                </a:solidFill>
                <a:latin typeface="DejaVu Sans"/>
                <a:ea typeface="DejaVu Sans"/>
                <a:cs typeface="DejaVu Sans"/>
              </a:defRPr>
            </a:lvl2pPr>
            <a:lvl3pPr>
              <a:buNone/>
              <a:defRPr sz="1500" b="0">
                <a:solidFill>
                  <a:srgbClr val="172C40"/>
                </a:solidFill>
                <a:latin typeface="DejaVu Sans"/>
                <a:ea typeface="DejaVu Sans"/>
                <a:cs typeface="DejaVu Sans"/>
              </a:defRPr>
            </a:lvl3pPr>
            <a:lvl4pPr>
              <a:buNone/>
              <a:defRPr sz="1500" b="0">
                <a:solidFill>
                  <a:srgbClr val="172C40"/>
                </a:solidFill>
                <a:latin typeface="DejaVu Sans"/>
                <a:ea typeface="DejaVu Sans"/>
                <a:cs typeface="DejaVu Sans"/>
              </a:defRPr>
            </a:lvl4pPr>
            <a:lvl5pPr>
              <a:buNone/>
              <a:defRPr sz="1500" b="0">
                <a:solidFill>
                  <a:srgbClr val="172C40"/>
                </a:solidFill>
                <a:latin typeface="DejaVu Sans"/>
                <a:ea typeface="DejaVu Sans"/>
                <a:cs typeface="DejaVu Sans"/>
              </a:defRPr>
            </a:lvl5pPr>
            <a:lvl6pPr>
              <a:buNone/>
              <a:defRPr sz="1500" b="0">
                <a:solidFill>
                  <a:srgbClr val="172C40"/>
                </a:solidFill>
                <a:latin typeface="DejaVu Sans"/>
                <a:ea typeface="DejaVu Sans"/>
                <a:cs typeface="DejaVu Sans"/>
              </a:defRPr>
            </a:lvl6pPr>
            <a:lvl7pPr>
              <a:buNone/>
              <a:defRPr sz="1500" b="0">
                <a:solidFill>
                  <a:srgbClr val="172C40"/>
                </a:solidFill>
                <a:latin typeface="DejaVu Sans"/>
                <a:ea typeface="DejaVu Sans"/>
                <a:cs typeface="DejaVu Sans"/>
              </a:defRPr>
            </a:lvl7pPr>
            <a:lvl8pPr>
              <a:buNone/>
              <a:defRPr sz="1500" b="0">
                <a:solidFill>
                  <a:srgbClr val="172C40"/>
                </a:solidFill>
                <a:latin typeface="DejaVu Sans"/>
                <a:ea typeface="DejaVu Sans"/>
                <a:cs typeface="DejaVu Sans"/>
              </a:defRPr>
            </a:lvl8pPr>
            <a:lvl9pPr>
              <a:buNone/>
              <a:defRPr sz="1500" b="0">
                <a:solidFill>
                  <a:srgbClr val="172C40"/>
                </a:solidFill>
                <a:latin typeface="DejaVu Sans"/>
                <a:ea typeface="DejaVu Sans"/>
                <a:cs typeface="DejaVu Sans"/>
              </a:defRPr>
            </a:lvl9pPr>
          </a:lstStyle>
          <a:p xmlns:a="http://schemas.openxmlformats.org/drawingml/2006/main">
            <a:pPr>
              <a:buNone/>
              <a:defRPr sz="1500" b="0">
                <a:solidFill>
                  <a:srgbClr val="172C40"/>
                </a:solidFill>
                <a:latin typeface="DejaVu Sans"/>
                <a:ea typeface="DejaVu Sans"/>
                <a:cs typeface="DejaVu Sans"/>
              </a:defRPr>
            </a:pPr>
            <a:r>
              <a:rPr sz="1500" b="0">
                <a:solidFill>
                  <a:srgbClr val="172C40"/>
                </a:solidFill>
                <a:latin typeface="DejaVu Sans"/>
                <a:ea typeface="DejaVu Sans"/>
                <a:cs typeface="DejaVu Sans"/>
              </a:rPr>
              <a:t>Evaluation and revision</a:t>
            </a:r>
          </a:p>
        </p:txBody>
      </p:sp>
      <p:sp>
        <p:nvSpPr>
          <p:cNvPr id="24" name="">
            <a:extLst xmlns:a="http://schemas.openxmlformats.org/drawingml/2006/main">
              <a:ext uri="{FF2B5EF4-FFF2-40B4-BE49-F238E27FC236}">
                <a16:creationId xmlns:a16="http://schemas.microsoft.com/office/drawing/2014/main" id="{D1F4AB81-6DDC-4370-87BE-944934802B04}"/>
              </a:ext>
            </a:extLst>
          </p:cNvPr>
          <p:cNvSpPr>
            <a:spLocks xmlns:a="http://schemas.openxmlformats.org/drawingml/2006/main" noGrp="1"/>
          </p:cNvSpPr>
          <p:nvPr/>
        </p:nvSpPr>
        <p:spPr>
          <a:xfrm xmlns:a="http://schemas.openxmlformats.org/drawingml/2006/main">
            <a:off x="609600" y="4829175"/>
            <a:ext cx="10972800" cy="9525"/>
          </a:xfrm>
          <a:prstGeom xmlns:a="http://schemas.openxmlformats.org/drawingml/2006/main" prst="rect">
            <a:avLst/>
          </a:prstGeom>
          <a:solidFill xmlns:a="http://schemas.openxmlformats.org/drawingml/2006/main">
            <a:srgbClr val="CAD4DB"/>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2082C32-5E56-4F7F-80C8-C7192DCE4D16}"/>
              </a:ext>
            </a:extLst>
          </p:cNvPr>
          <p:cNvSpPr>
            <a:spLocks xmlns:a="http://schemas.openxmlformats.org/drawingml/2006/main" noGrp="1"/>
          </p:cNvSpPr>
          <p:nvPr/>
        </p:nvSpPr>
        <p:spPr>
          <a:xfrm xmlns:a="http://schemas.openxmlformats.org/drawingml/2006/main">
            <a:off x="609600" y="4972050"/>
            <a:ext cx="109728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2E6478"/>
                </a:solidFill>
                <a:latin typeface="DejaVu Sans"/>
                <a:ea typeface="DejaVu Sans"/>
                <a:cs typeface="DejaVu Sans"/>
              </a:defRPr>
            </a:defPPr>
            <a:lvl1pPr>
              <a:buNone/>
              <a:defRPr sz="1650" b="1">
                <a:solidFill>
                  <a:srgbClr val="2E6478"/>
                </a:solidFill>
                <a:latin typeface="DejaVu Sans"/>
                <a:ea typeface="DejaVu Sans"/>
                <a:cs typeface="DejaVu Sans"/>
              </a:defRPr>
            </a:lvl1pPr>
            <a:lvl2pPr>
              <a:buNone/>
              <a:defRPr sz="1650" b="1">
                <a:solidFill>
                  <a:srgbClr val="2E6478"/>
                </a:solidFill>
                <a:latin typeface="DejaVu Sans"/>
                <a:ea typeface="DejaVu Sans"/>
                <a:cs typeface="DejaVu Sans"/>
              </a:defRPr>
            </a:lvl2pPr>
            <a:lvl3pPr>
              <a:buNone/>
              <a:defRPr sz="1650" b="1">
                <a:solidFill>
                  <a:srgbClr val="2E6478"/>
                </a:solidFill>
                <a:latin typeface="DejaVu Sans"/>
                <a:ea typeface="DejaVu Sans"/>
                <a:cs typeface="DejaVu Sans"/>
              </a:defRPr>
            </a:lvl3pPr>
            <a:lvl4pPr>
              <a:buNone/>
              <a:defRPr sz="1650" b="1">
                <a:solidFill>
                  <a:srgbClr val="2E6478"/>
                </a:solidFill>
                <a:latin typeface="DejaVu Sans"/>
                <a:ea typeface="DejaVu Sans"/>
                <a:cs typeface="DejaVu Sans"/>
              </a:defRPr>
            </a:lvl4pPr>
            <a:lvl5pPr>
              <a:buNone/>
              <a:defRPr sz="1650" b="1">
                <a:solidFill>
                  <a:srgbClr val="2E6478"/>
                </a:solidFill>
                <a:latin typeface="DejaVu Sans"/>
                <a:ea typeface="DejaVu Sans"/>
                <a:cs typeface="DejaVu Sans"/>
              </a:defRPr>
            </a:lvl5pPr>
            <a:lvl6pPr>
              <a:buNone/>
              <a:defRPr sz="1650" b="1">
                <a:solidFill>
                  <a:srgbClr val="2E6478"/>
                </a:solidFill>
                <a:latin typeface="DejaVu Sans"/>
                <a:ea typeface="DejaVu Sans"/>
                <a:cs typeface="DejaVu Sans"/>
              </a:defRPr>
            </a:lvl6pPr>
            <a:lvl7pPr>
              <a:buNone/>
              <a:defRPr sz="1650" b="1">
                <a:solidFill>
                  <a:srgbClr val="2E6478"/>
                </a:solidFill>
                <a:latin typeface="DejaVu Sans"/>
                <a:ea typeface="DejaVu Sans"/>
                <a:cs typeface="DejaVu Sans"/>
              </a:defRPr>
            </a:lvl7pPr>
            <a:lvl8pPr>
              <a:buNone/>
              <a:defRPr sz="1650" b="1">
                <a:solidFill>
                  <a:srgbClr val="2E6478"/>
                </a:solidFill>
                <a:latin typeface="DejaVu Sans"/>
                <a:ea typeface="DejaVu Sans"/>
                <a:cs typeface="DejaVu Sans"/>
              </a:defRPr>
            </a:lvl8pPr>
            <a:lvl9pPr>
              <a:buNone/>
              <a:defRPr sz="1650" b="1">
                <a:solidFill>
                  <a:srgbClr val="2E6478"/>
                </a:solidFill>
                <a:latin typeface="DejaVu Sans"/>
                <a:ea typeface="DejaVu Sans"/>
                <a:cs typeface="DejaVu Sans"/>
              </a:defRPr>
            </a:lvl9pPr>
          </a:lstStyle>
          <a:p xmlns:a="http://schemas.openxmlformats.org/drawingml/2006/main">
            <a:pPr>
              <a:buNone/>
              <a:defRPr sz="1650" b="1">
                <a:solidFill>
                  <a:srgbClr val="2E6478"/>
                </a:solidFill>
                <a:latin typeface="DejaVu Sans"/>
                <a:ea typeface="DejaVu Sans"/>
                <a:cs typeface="DejaVu Sans"/>
              </a:defRPr>
            </a:pPr>
            <a:r>
              <a:rPr sz="1650" b="1">
                <a:solidFill>
                  <a:srgbClr val="2E6478"/>
                </a:solidFill>
                <a:latin typeface="DejaVu Sans"/>
                <a:ea typeface="DejaVu Sans"/>
                <a:cs typeface="DejaVu Sans"/>
              </a:rPr>
              <a:t>Coordination and review</a:t>
            </a:r>
          </a:p>
        </p:txBody>
      </p:sp>
      <p:sp>
        <p:nvSpPr>
          <p:cNvPr id="26" name="">
            <a:extLst xmlns:a="http://schemas.openxmlformats.org/drawingml/2006/main">
              <a:ext uri="{FF2B5EF4-FFF2-40B4-BE49-F238E27FC236}">
                <a16:creationId xmlns:a16="http://schemas.microsoft.com/office/drawing/2014/main" id="{D372640E-277E-475C-803B-84C2387753CE}"/>
              </a:ext>
            </a:extLst>
          </p:cNvPr>
          <p:cNvSpPr>
            <a:spLocks xmlns:a="http://schemas.openxmlformats.org/drawingml/2006/main" noGrp="1"/>
          </p:cNvSpPr>
          <p:nvPr/>
        </p:nvSpPr>
        <p:spPr>
          <a:xfrm xmlns:a="http://schemas.openxmlformats.org/drawingml/2006/main">
            <a:off x="609600" y="535305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0">
                <a:solidFill>
                  <a:srgbClr val="172C40"/>
                </a:solidFill>
                <a:latin typeface="DejaVu Sans"/>
                <a:ea typeface="DejaVu Sans"/>
                <a:cs typeface="DejaVu Sans"/>
              </a:defRPr>
            </a:defPPr>
            <a:lvl1pPr>
              <a:buNone/>
              <a:defRPr sz="1425" b="0">
                <a:solidFill>
                  <a:srgbClr val="172C40"/>
                </a:solidFill>
                <a:latin typeface="DejaVu Sans"/>
                <a:ea typeface="DejaVu Sans"/>
                <a:cs typeface="DejaVu Sans"/>
              </a:defRPr>
            </a:lvl1pPr>
            <a:lvl2pPr>
              <a:buNone/>
              <a:defRPr sz="1425" b="0">
                <a:solidFill>
                  <a:srgbClr val="172C40"/>
                </a:solidFill>
                <a:latin typeface="DejaVu Sans"/>
                <a:ea typeface="DejaVu Sans"/>
                <a:cs typeface="DejaVu Sans"/>
              </a:defRPr>
            </a:lvl2pPr>
            <a:lvl3pPr>
              <a:buNone/>
              <a:defRPr sz="1425" b="0">
                <a:solidFill>
                  <a:srgbClr val="172C40"/>
                </a:solidFill>
                <a:latin typeface="DejaVu Sans"/>
                <a:ea typeface="DejaVu Sans"/>
                <a:cs typeface="DejaVu Sans"/>
              </a:defRPr>
            </a:lvl3pPr>
            <a:lvl4pPr>
              <a:buNone/>
              <a:defRPr sz="1425" b="0">
                <a:solidFill>
                  <a:srgbClr val="172C40"/>
                </a:solidFill>
                <a:latin typeface="DejaVu Sans"/>
                <a:ea typeface="DejaVu Sans"/>
                <a:cs typeface="DejaVu Sans"/>
              </a:defRPr>
            </a:lvl4pPr>
            <a:lvl5pPr>
              <a:buNone/>
              <a:defRPr sz="1425" b="0">
                <a:solidFill>
                  <a:srgbClr val="172C40"/>
                </a:solidFill>
                <a:latin typeface="DejaVu Sans"/>
                <a:ea typeface="DejaVu Sans"/>
                <a:cs typeface="DejaVu Sans"/>
              </a:defRPr>
            </a:lvl5pPr>
            <a:lvl6pPr>
              <a:buNone/>
              <a:defRPr sz="1425" b="0">
                <a:solidFill>
                  <a:srgbClr val="172C40"/>
                </a:solidFill>
                <a:latin typeface="DejaVu Sans"/>
                <a:ea typeface="DejaVu Sans"/>
                <a:cs typeface="DejaVu Sans"/>
              </a:defRPr>
            </a:lvl6pPr>
            <a:lvl7pPr>
              <a:buNone/>
              <a:defRPr sz="1425" b="0">
                <a:solidFill>
                  <a:srgbClr val="172C40"/>
                </a:solidFill>
                <a:latin typeface="DejaVu Sans"/>
                <a:ea typeface="DejaVu Sans"/>
                <a:cs typeface="DejaVu Sans"/>
              </a:defRPr>
            </a:lvl7pPr>
            <a:lvl8pPr>
              <a:buNone/>
              <a:defRPr sz="1425" b="0">
                <a:solidFill>
                  <a:srgbClr val="172C40"/>
                </a:solidFill>
                <a:latin typeface="DejaVu Sans"/>
                <a:ea typeface="DejaVu Sans"/>
                <a:cs typeface="DejaVu Sans"/>
              </a:defRPr>
            </a:lvl8pPr>
            <a:lvl9pPr>
              <a:buNone/>
              <a:defRPr sz="1425" b="0">
                <a:solidFill>
                  <a:srgbClr val="172C40"/>
                </a:solidFill>
                <a:latin typeface="DejaVu Sans"/>
                <a:ea typeface="DejaVu Sans"/>
                <a:cs typeface="DejaVu Sans"/>
              </a:defRPr>
            </a:lvl9pPr>
          </a:lstStyle>
          <a:p xmlns:a="http://schemas.openxmlformats.org/drawingml/2006/main">
            <a:pPr>
              <a:buNone/>
              <a:defRPr sz="1425" b="0">
                <a:solidFill>
                  <a:srgbClr val="172C40"/>
                </a:solidFill>
                <a:latin typeface="DejaVu Sans"/>
                <a:ea typeface="DejaVu Sans"/>
                <a:cs typeface="DejaVu Sans"/>
              </a:defRPr>
            </a:pPr>
            <a:r>
              <a:rPr sz="1425" b="0">
                <a:solidFill>
                  <a:srgbClr val="172C40"/>
                </a:solidFill>
                <a:latin typeface="DejaVu Sans"/>
                <a:ea typeface="DejaVu Sans"/>
                <a:cs typeface="DejaVu Sans"/>
              </a:rPr>
              <a:t>Project workspace: aitu-gamegen.youtrack.cloud. Supervisor guidance calls for concise coverage of every section.</a:t>
            </a:r>
          </a:p>
        </p:txBody>
      </p:sp>
    </p:spTree>
    <p:extLst>
      <p:ext uri="{BB962C8B-B14F-4D97-AF65-F5344CB8AC3E}">
        <p14:creationId xmlns:p14="http://schemas.microsoft.com/office/powerpoint/2010/main" val="991389057"/>
      </p:ext>
    </p:extLst>
  </p:cSld>
</p:sld>
</file>

<file path=ppt/slides/slide11.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5EB3AA8-0414-4619-B2B1-A1F8E77260FC}"/>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C40"/>
                </a:solidFill>
                <a:latin typeface="DejaVu Sans"/>
                <a:ea typeface="DejaVu Sans"/>
                <a:cs typeface="DejaVu Sans"/>
              </a:defRPr>
            </a:defPPr>
            <a:lvl1pPr>
              <a:buNone/>
              <a:defRPr sz="2850" b="1">
                <a:solidFill>
                  <a:srgbClr val="172C40"/>
                </a:solidFill>
                <a:latin typeface="DejaVu Sans"/>
                <a:ea typeface="DejaVu Sans"/>
                <a:cs typeface="DejaVu Sans"/>
              </a:defRPr>
            </a:lvl1pPr>
            <a:lvl2pPr>
              <a:buNone/>
              <a:defRPr sz="2850" b="1">
                <a:solidFill>
                  <a:srgbClr val="172C40"/>
                </a:solidFill>
                <a:latin typeface="DejaVu Sans"/>
                <a:ea typeface="DejaVu Sans"/>
                <a:cs typeface="DejaVu Sans"/>
              </a:defRPr>
            </a:lvl2pPr>
            <a:lvl3pPr>
              <a:buNone/>
              <a:defRPr sz="2850" b="1">
                <a:solidFill>
                  <a:srgbClr val="172C40"/>
                </a:solidFill>
                <a:latin typeface="DejaVu Sans"/>
                <a:ea typeface="DejaVu Sans"/>
                <a:cs typeface="DejaVu Sans"/>
              </a:defRPr>
            </a:lvl3pPr>
            <a:lvl4pPr>
              <a:buNone/>
              <a:defRPr sz="2850" b="1">
                <a:solidFill>
                  <a:srgbClr val="172C40"/>
                </a:solidFill>
                <a:latin typeface="DejaVu Sans"/>
                <a:ea typeface="DejaVu Sans"/>
                <a:cs typeface="DejaVu Sans"/>
              </a:defRPr>
            </a:lvl4pPr>
            <a:lvl5pPr>
              <a:buNone/>
              <a:defRPr sz="2850" b="1">
                <a:solidFill>
                  <a:srgbClr val="172C40"/>
                </a:solidFill>
                <a:latin typeface="DejaVu Sans"/>
                <a:ea typeface="DejaVu Sans"/>
                <a:cs typeface="DejaVu Sans"/>
              </a:defRPr>
            </a:lvl5pPr>
            <a:lvl6pPr>
              <a:buNone/>
              <a:defRPr sz="2850" b="1">
                <a:solidFill>
                  <a:srgbClr val="172C40"/>
                </a:solidFill>
                <a:latin typeface="DejaVu Sans"/>
                <a:ea typeface="DejaVu Sans"/>
                <a:cs typeface="DejaVu Sans"/>
              </a:defRPr>
            </a:lvl6pPr>
            <a:lvl7pPr>
              <a:buNone/>
              <a:defRPr sz="2850" b="1">
                <a:solidFill>
                  <a:srgbClr val="172C40"/>
                </a:solidFill>
                <a:latin typeface="DejaVu Sans"/>
                <a:ea typeface="DejaVu Sans"/>
                <a:cs typeface="DejaVu Sans"/>
              </a:defRPr>
            </a:lvl7pPr>
            <a:lvl8pPr>
              <a:buNone/>
              <a:defRPr sz="2850" b="1">
                <a:solidFill>
                  <a:srgbClr val="172C40"/>
                </a:solidFill>
                <a:latin typeface="DejaVu Sans"/>
                <a:ea typeface="DejaVu Sans"/>
                <a:cs typeface="DejaVu Sans"/>
              </a:defRPr>
            </a:lvl8pPr>
            <a:lvl9pPr>
              <a:buNone/>
              <a:defRPr sz="2850" b="1">
                <a:solidFill>
                  <a:srgbClr val="172C40"/>
                </a:solidFill>
                <a:latin typeface="DejaVu Sans"/>
                <a:ea typeface="DejaVu Sans"/>
                <a:cs typeface="DejaVu Sans"/>
              </a:defRPr>
            </a:lvl9pPr>
          </a:lstStyle>
          <a:p xmlns:a="http://schemas.openxmlformats.org/drawingml/2006/main">
            <a:pPr>
              <a:buNone/>
              <a:defRPr sz="2850" b="1">
                <a:solidFill>
                  <a:srgbClr val="172C40"/>
                </a:solidFill>
                <a:latin typeface="DejaVu Sans"/>
                <a:ea typeface="DejaVu Sans"/>
                <a:cs typeface="DejaVu Sans"/>
              </a:defRPr>
            </a:pPr>
            <a:r>
              <a:rPr sz="2850" b="1">
                <a:solidFill>
                  <a:srgbClr val="172C40"/>
                </a:solidFill>
                <a:latin typeface="DejaVu Sans"/>
                <a:ea typeface="DejaVu Sans"/>
                <a:cs typeface="DejaVu Sans"/>
              </a:rPr>
              <a:t>Appendix: proposed system context</a:t>
            </a:r>
          </a:p>
        </p:txBody>
      </p:sp>
      <p:sp>
        <p:nvSpPr>
          <p:cNvPr id="2" name="">
            <a:extLst xmlns:a="http://schemas.openxmlformats.org/drawingml/2006/main">
              <a:ext uri="{FF2B5EF4-FFF2-40B4-BE49-F238E27FC236}">
                <a16:creationId xmlns:a16="http://schemas.microsoft.com/office/drawing/2014/main" id="{8BC3D5E8-6D91-4915-B055-9A5682FFBC7A}"/>
              </a:ext>
            </a:extLst>
          </p:cNvPr>
          <p:cNvSpPr>
            <a:spLocks xmlns:a="http://schemas.openxmlformats.org/drawingml/2006/main" noGrp="1"/>
          </p:cNvSpPr>
          <p:nvPr/>
        </p:nvSpPr>
        <p:spPr>
          <a:xfrm xmlns:a="http://schemas.openxmlformats.org/drawingml/2006/main">
            <a:off x="609600" y="6238875"/>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474"/>
                </a:solidFill>
                <a:latin typeface="DejaVu Sans"/>
                <a:ea typeface="DejaVu Sans"/>
                <a:cs typeface="DejaVu Sans"/>
              </a:defRPr>
            </a:defPPr>
            <a:lvl1pPr>
              <a:buNone/>
              <a:defRPr sz="1200" b="0">
                <a:solidFill>
                  <a:srgbClr val="526474"/>
                </a:solidFill>
                <a:latin typeface="DejaVu Sans"/>
                <a:ea typeface="DejaVu Sans"/>
                <a:cs typeface="DejaVu Sans"/>
              </a:defRPr>
            </a:lvl1pPr>
            <a:lvl2pPr>
              <a:buNone/>
              <a:defRPr sz="1200" b="0">
                <a:solidFill>
                  <a:srgbClr val="526474"/>
                </a:solidFill>
                <a:latin typeface="DejaVu Sans"/>
                <a:ea typeface="DejaVu Sans"/>
                <a:cs typeface="DejaVu Sans"/>
              </a:defRPr>
            </a:lvl2pPr>
            <a:lvl3pPr>
              <a:buNone/>
              <a:defRPr sz="1200" b="0">
                <a:solidFill>
                  <a:srgbClr val="526474"/>
                </a:solidFill>
                <a:latin typeface="DejaVu Sans"/>
                <a:ea typeface="DejaVu Sans"/>
                <a:cs typeface="DejaVu Sans"/>
              </a:defRPr>
            </a:lvl3pPr>
            <a:lvl4pPr>
              <a:buNone/>
              <a:defRPr sz="1200" b="0">
                <a:solidFill>
                  <a:srgbClr val="526474"/>
                </a:solidFill>
                <a:latin typeface="DejaVu Sans"/>
                <a:ea typeface="DejaVu Sans"/>
                <a:cs typeface="DejaVu Sans"/>
              </a:defRPr>
            </a:lvl4pPr>
            <a:lvl5pPr>
              <a:buNone/>
              <a:defRPr sz="1200" b="0">
                <a:solidFill>
                  <a:srgbClr val="526474"/>
                </a:solidFill>
                <a:latin typeface="DejaVu Sans"/>
                <a:ea typeface="DejaVu Sans"/>
                <a:cs typeface="DejaVu Sans"/>
              </a:defRPr>
            </a:lvl5pPr>
            <a:lvl6pPr>
              <a:buNone/>
              <a:defRPr sz="1200" b="0">
                <a:solidFill>
                  <a:srgbClr val="526474"/>
                </a:solidFill>
                <a:latin typeface="DejaVu Sans"/>
                <a:ea typeface="DejaVu Sans"/>
                <a:cs typeface="DejaVu Sans"/>
              </a:defRPr>
            </a:lvl6pPr>
            <a:lvl7pPr>
              <a:buNone/>
              <a:defRPr sz="1200" b="0">
                <a:solidFill>
                  <a:srgbClr val="526474"/>
                </a:solidFill>
                <a:latin typeface="DejaVu Sans"/>
                <a:ea typeface="DejaVu Sans"/>
                <a:cs typeface="DejaVu Sans"/>
              </a:defRPr>
            </a:lvl7pPr>
            <a:lvl8pPr>
              <a:buNone/>
              <a:defRPr sz="1200" b="0">
                <a:solidFill>
                  <a:srgbClr val="526474"/>
                </a:solidFill>
                <a:latin typeface="DejaVu Sans"/>
                <a:ea typeface="DejaVu Sans"/>
                <a:cs typeface="DejaVu Sans"/>
              </a:defRPr>
            </a:lvl8pPr>
            <a:lvl9pPr>
              <a:buNone/>
              <a:defRPr sz="1200" b="0">
                <a:solidFill>
                  <a:srgbClr val="526474"/>
                </a:solidFill>
                <a:latin typeface="DejaVu Sans"/>
                <a:ea typeface="DejaVu Sans"/>
                <a:cs typeface="DejaVu Sans"/>
              </a:defRPr>
            </a:lvl9pPr>
          </a:lstStyle>
          <a:p xmlns:a="http://schemas.openxmlformats.org/drawingml/2006/main">
            <a:pPr>
              <a:buNone/>
              <a:defRPr sz="1200" b="0">
                <a:solidFill>
                  <a:srgbClr val="526474"/>
                </a:solidFill>
                <a:latin typeface="DejaVu Sans"/>
                <a:ea typeface="DejaVu Sans"/>
                <a:cs typeface="DejaVu Sans"/>
              </a:defRPr>
            </a:pPr>
            <a:r>
              <a:rPr sz="1200" b="0">
                <a:solidFill>
                  <a:srgbClr val="526474"/>
                </a:solidFill>
                <a:latin typeface="DejaVu Sans"/>
                <a:ea typeface="DejaVu Sans"/>
                <a:cs typeface="DejaVu Sans"/>
              </a:rPr>
              <a:t>7 Architecture / Context diagram export / diagrams/system-context.mmd</a:t>
            </a:r>
          </a:p>
        </p:txBody>
      </p:sp>
      <p:sp>
        <p:nvSpPr>
          <p:cNvPr id="3" name="">
            <a:extLst xmlns:a="http://schemas.openxmlformats.org/drawingml/2006/main">
              <a:ext uri="{FF2B5EF4-FFF2-40B4-BE49-F238E27FC236}">
                <a16:creationId xmlns:a16="http://schemas.microsoft.com/office/drawing/2014/main" id="{FCDB0B5D-7C79-470B-827B-C31A37F56C39}"/>
              </a:ext>
            </a:extLst>
          </p:cNvPr>
          <p:cNvSpPr>
            <a:spLocks xmlns:a="http://schemas.openxmlformats.org/drawingml/2006/main" noGrp="1"/>
          </p:cNvSpPr>
          <p:nvPr/>
        </p:nvSpPr>
        <p:spPr>
          <a:xfrm xmlns:a="http://schemas.openxmlformats.org/drawingml/2006/main">
            <a:off x="11125200" y="6219825"/>
            <a:ext cx="45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E6478"/>
                </a:solidFill>
                <a:latin typeface="DejaVu Sans"/>
                <a:ea typeface="DejaVu Sans"/>
                <a:cs typeface="DejaVu Sans"/>
              </a:defRPr>
            </a:defPPr>
            <a:lvl1pPr>
              <a:buNone/>
              <a:defRPr sz="1350" b="1">
                <a:solidFill>
                  <a:srgbClr val="2E6478"/>
                </a:solidFill>
                <a:latin typeface="DejaVu Sans"/>
                <a:ea typeface="DejaVu Sans"/>
                <a:cs typeface="DejaVu Sans"/>
              </a:defRPr>
            </a:lvl1pPr>
            <a:lvl2pPr>
              <a:buNone/>
              <a:defRPr sz="1350" b="1">
                <a:solidFill>
                  <a:srgbClr val="2E6478"/>
                </a:solidFill>
                <a:latin typeface="DejaVu Sans"/>
                <a:ea typeface="DejaVu Sans"/>
                <a:cs typeface="DejaVu Sans"/>
              </a:defRPr>
            </a:lvl2pPr>
            <a:lvl3pPr>
              <a:buNone/>
              <a:defRPr sz="1350" b="1">
                <a:solidFill>
                  <a:srgbClr val="2E6478"/>
                </a:solidFill>
                <a:latin typeface="DejaVu Sans"/>
                <a:ea typeface="DejaVu Sans"/>
                <a:cs typeface="DejaVu Sans"/>
              </a:defRPr>
            </a:lvl3pPr>
            <a:lvl4pPr>
              <a:buNone/>
              <a:defRPr sz="1350" b="1">
                <a:solidFill>
                  <a:srgbClr val="2E6478"/>
                </a:solidFill>
                <a:latin typeface="DejaVu Sans"/>
                <a:ea typeface="DejaVu Sans"/>
                <a:cs typeface="DejaVu Sans"/>
              </a:defRPr>
            </a:lvl4pPr>
            <a:lvl5pPr>
              <a:buNone/>
              <a:defRPr sz="1350" b="1">
                <a:solidFill>
                  <a:srgbClr val="2E6478"/>
                </a:solidFill>
                <a:latin typeface="DejaVu Sans"/>
                <a:ea typeface="DejaVu Sans"/>
                <a:cs typeface="DejaVu Sans"/>
              </a:defRPr>
            </a:lvl5pPr>
            <a:lvl6pPr>
              <a:buNone/>
              <a:defRPr sz="1350" b="1">
                <a:solidFill>
                  <a:srgbClr val="2E6478"/>
                </a:solidFill>
                <a:latin typeface="DejaVu Sans"/>
                <a:ea typeface="DejaVu Sans"/>
                <a:cs typeface="DejaVu Sans"/>
              </a:defRPr>
            </a:lvl6pPr>
            <a:lvl7pPr>
              <a:buNone/>
              <a:defRPr sz="1350" b="1">
                <a:solidFill>
                  <a:srgbClr val="2E6478"/>
                </a:solidFill>
                <a:latin typeface="DejaVu Sans"/>
                <a:ea typeface="DejaVu Sans"/>
                <a:cs typeface="DejaVu Sans"/>
              </a:defRPr>
            </a:lvl7pPr>
            <a:lvl8pPr>
              <a:buNone/>
              <a:defRPr sz="1350" b="1">
                <a:solidFill>
                  <a:srgbClr val="2E6478"/>
                </a:solidFill>
                <a:latin typeface="DejaVu Sans"/>
                <a:ea typeface="DejaVu Sans"/>
                <a:cs typeface="DejaVu Sans"/>
              </a:defRPr>
            </a:lvl8pPr>
            <a:lvl9pPr>
              <a:buNone/>
              <a:defRPr sz="1350" b="1">
                <a:solidFill>
                  <a:srgbClr val="2E6478"/>
                </a:solidFill>
                <a:latin typeface="DejaVu Sans"/>
                <a:ea typeface="DejaVu Sans"/>
                <a:cs typeface="DejaVu Sans"/>
              </a:defRPr>
            </a:lvl9pPr>
          </a:lstStyle>
          <a:p xmlns:a="http://schemas.openxmlformats.org/drawingml/2006/main">
            <a:pPr>
              <a:buNone/>
              <a:defRPr sz="1350" b="1">
                <a:solidFill>
                  <a:srgbClr val="2E6478"/>
                </a:solidFill>
                <a:latin typeface="DejaVu Sans"/>
                <a:ea typeface="DejaVu Sans"/>
                <a:cs typeface="DejaVu Sans"/>
              </a:defRPr>
            </a:pPr>
            <a:r>
              <a:rPr sz="1350" b="1">
                <a:solidFill>
                  <a:srgbClr val="2E6478"/>
                </a:solidFill>
                <a:latin typeface="DejaVu Sans"/>
                <a:ea typeface="DejaVu Sans"/>
                <a:cs typeface="DejaVu Sans"/>
              </a:rPr>
              <a:t>11</a:t>
            </a:r>
          </a:p>
        </p:txBody>
      </p:sp>
      <p:pic>
        <p:nvPicPr>
          <p:cNvPr id="17" name="">
            <a:extLst xmlns:a="http://schemas.openxmlformats.org/drawingml/2006/main">
              <a:ext uri="{FF2B5EF4-FFF2-40B4-BE49-F238E27FC236}">
                <a16:creationId xmlns:a16="http://schemas.microsoft.com/office/drawing/2014/main" id="{8CA380CE-6043-4D22-A661-57C002335EA5}"/>
              </a:ext>
            </a:extLst>
          </p:cNvPr>
          <p:cNvPicPr>
            <a:picLocks xmlns:a="http://schemas.openxmlformats.org/drawingml/2006/main" noChangeAspect="1"/>
          </p:cNvPicPr>
          <p:nvPr/>
        </p:nvPicPr>
        <p:blipFill>
          <a:blip xmlns:r="http://schemas.openxmlformats.org/officeDocument/2006/relationships" xmlns:a="http://schemas.openxmlformats.org/drawingml/2006/main" r:embed="Rf60c6f496f274f83"/>
          <a:stretch xmlns:a="http://schemas.openxmlformats.org/drawingml/2006/main"/>
        </p:blipFill>
        <p:spPr>
          <a:xfrm xmlns:a="http://schemas.openxmlformats.org/drawingml/2006/main">
            <a:off x="615462" y="1866900"/>
            <a:ext cx="10961077" cy="3562350"/>
          </a:xfrm>
          <a:prstGeom xmlns:a="http://schemas.openxmlformats.org/drawingml/2006/main" prst="rect">
            <a:avLst/>
          </a:prstGeom>
        </p:spPr>
      </p:pic>
    </p:spTree>
    <p:extLst>
      <p:ext uri="{BB962C8B-B14F-4D97-AF65-F5344CB8AC3E}">
        <p14:creationId xmlns:p14="http://schemas.microsoft.com/office/powerpoint/2010/main" val="1293634351"/>
      </p:ext>
    </p:extLst>
  </p:cSld>
</p:sld>
</file>

<file path=ppt/slides/slide12.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5EA617E-409E-46D6-823A-46EB1CF9D980}"/>
              </a:ext>
            </a:extLst>
          </p:cNvPr>
          <p:cNvPicPr>
            <a:picLocks xmlns:a="http://schemas.openxmlformats.org/drawingml/2006/main" noChangeAspect="1"/>
          </p:cNvPicPr>
          <p:nvPr/>
        </p:nvPicPr>
        <p:blipFill>
          <a:blip xmlns:r="http://schemas.openxmlformats.org/officeDocument/2006/relationships" xmlns:a="http://schemas.openxmlformats.org/drawingml/2006/main" r:embed="R5ffc8906bfc2411d"/>
          <a:stretch xmlns:a="http://schemas.openxmlformats.org/drawingml/2006/main"/>
        </p:blipFill>
        <p:spPr>
          <a:xfrm xmlns:a="http://schemas.openxmlformats.org/drawingml/2006/main">
            <a:off x="2981325" y="96298"/>
            <a:ext cx="6229350" cy="6665405"/>
          </a:xfrm>
          <a:prstGeom xmlns:a="http://schemas.openxmlformats.org/drawingml/2006/main" prst="rect">
            <a:avLst/>
          </a:prstGeom>
        </p:spPr>
      </p:pic>
    </p:spTree>
    <p:extLst>
      <p:ext uri="{BB962C8B-B14F-4D97-AF65-F5344CB8AC3E}">
        <p14:creationId xmlns:p14="http://schemas.microsoft.com/office/powerpoint/2010/main" val="18965710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2026-10-23T18:29:34.6020000Z</dcterms:created>
  <dcterms:modified xsi:type="dcterms:W3CDTF">2026-10-23T18:29:34.6020000Z</dcterms:modified>
</coreProperties>
</file>