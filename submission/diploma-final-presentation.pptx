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4c2979403c4699" /><Relationship Type="http://schemas.openxmlformats.org/officeDocument/2006/relationships/extended-properties" Target="/docProps/app.xml" Id="Rb4884ccbb4dc4362" /><Relationship Type="http://schemas.openxmlformats.org/officeDocument/2006/relationships/officeDocument" Target="/ppt/presentation.xml" Id="R1640a2b6d6dc4576" /></Relationships>
</file>

<file path=ppt/presentation.xml><?xml version="1.0" encoding="utf-8"?>
<p:presentation xmlns:p="http://schemas.openxmlformats.org/presentationml/2006/main">
  <p:sldMasterIdLst>
    <p:sldMasterId xmlns:r="http://schemas.openxmlformats.org/officeDocument/2006/relationships" id="2147483648" r:id="R3071a37eab644c27"/>
  </p:sldMasterIdLst>
  <p:notesMasterIdLst>
    <p:notesMasterId xmlns:r="http://schemas.openxmlformats.org/officeDocument/2006/relationships" r:id="R7541db35fb4b42f5"/>
  </p:notesMasterIdLst>
  <p:sldIdLst>
    <p:sldId xmlns:r="http://schemas.openxmlformats.org/officeDocument/2006/relationships" id="256" r:id="Rdc5ab3419ad84414"/>
    <p:sldId xmlns:r="http://schemas.openxmlformats.org/officeDocument/2006/relationships" id="257" r:id="R5a7b44b6b7024845"/>
    <p:sldId xmlns:r="http://schemas.openxmlformats.org/officeDocument/2006/relationships" id="258" r:id="R7c7df8edec744ae5"/>
    <p:sldId xmlns:r="http://schemas.openxmlformats.org/officeDocument/2006/relationships" id="259" r:id="R7aadb4bf75614fea"/>
    <p:sldId xmlns:r="http://schemas.openxmlformats.org/officeDocument/2006/relationships" id="260" r:id="R587d655eacee451e"/>
    <p:sldId xmlns:r="http://schemas.openxmlformats.org/officeDocument/2006/relationships" id="261" r:id="R530f54bd66d04a35"/>
    <p:sldId xmlns:r="http://schemas.openxmlformats.org/officeDocument/2006/relationships" id="262" r:id="Ra39451f3c9574776"/>
    <p:sldId xmlns:r="http://schemas.openxmlformats.org/officeDocument/2006/relationships" id="263" r:id="R8b18ea55d6a74cb5"/>
    <p:sldId xmlns:r="http://schemas.openxmlformats.org/officeDocument/2006/relationships" id="264" r:id="Rb724f01484684f78"/>
    <p:sldId xmlns:r="http://schemas.openxmlformats.org/officeDocument/2006/relationships" id="265" r:id="R4dadbbdaf45049a3"/>
    <p:sldId xmlns:r="http://schemas.openxmlformats.org/officeDocument/2006/relationships" id="266" r:id="R71e8f57b58ae47e1"/>
    <p:sldId xmlns:r="http://schemas.openxmlformats.org/officeDocument/2006/relationships" id="267" r:id="Ra2970555a0c14d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6fa474ae2143ac" /><Relationship Type="http://schemas.openxmlformats.org/officeDocument/2006/relationships/slideMaster" Target="/ppt/slideMasters/slideMaster1.xml" Id="R3071a37eab644c27" /><Relationship Type="http://schemas.openxmlformats.org/officeDocument/2006/relationships/notesMaster" Target="/ppt/notesMasters/notesMaster1.xml" Id="R7541db35fb4b42f5" /><Relationship Type="http://schemas.openxmlformats.org/officeDocument/2006/relationships/presProps" Target="/ppt/presProps.xml" Id="R76ed0bceb2d54f98" /><Relationship Type="http://schemas.openxmlformats.org/officeDocument/2006/relationships/tableStyles" Target="/ppt/tableStyles.xml" Id="Ra0c44c08e3c84ed0" /><Relationship Type="http://schemas.openxmlformats.org/officeDocument/2006/relationships/slide" Target="/ppt/slides/slide1.xml" Id="Rdc5ab3419ad84414" /><Relationship Type="http://schemas.openxmlformats.org/officeDocument/2006/relationships/slide" Target="/ppt/slides/slide2.xml" Id="R5a7b44b6b7024845" /><Relationship Type="http://schemas.openxmlformats.org/officeDocument/2006/relationships/slide" Target="/ppt/slides/slide3.xml" Id="R7c7df8edec744ae5" /><Relationship Type="http://schemas.openxmlformats.org/officeDocument/2006/relationships/slide" Target="/ppt/slides/slide4.xml" Id="R7aadb4bf75614fea" /><Relationship Type="http://schemas.openxmlformats.org/officeDocument/2006/relationships/slide" Target="/ppt/slides/slide5.xml" Id="R587d655eacee451e" /><Relationship Type="http://schemas.openxmlformats.org/officeDocument/2006/relationships/slide" Target="/ppt/slides/slide6.xml" Id="R530f54bd66d04a35" /><Relationship Type="http://schemas.openxmlformats.org/officeDocument/2006/relationships/slide" Target="/ppt/slides/slide7.xml" Id="Ra39451f3c9574776" /><Relationship Type="http://schemas.openxmlformats.org/officeDocument/2006/relationships/slide" Target="/ppt/slides/slide8.xml" Id="R8b18ea55d6a74cb5" /><Relationship Type="http://schemas.openxmlformats.org/officeDocument/2006/relationships/slide" Target="/ppt/slides/slide9.xml" Id="Rb724f01484684f78" /><Relationship Type="http://schemas.openxmlformats.org/officeDocument/2006/relationships/slide" Target="/ppt/slides/slide10.xml" Id="R4dadbbdaf45049a3" /><Relationship Type="http://schemas.openxmlformats.org/officeDocument/2006/relationships/slide" Target="/ppt/slides/slide11.xml" Id="R71e8f57b58ae47e1" /><Relationship Type="http://schemas.openxmlformats.org/officeDocument/2006/relationships/slide" Target="/ppt/slides/slide12.xml" Id="Ra2970555a0c14d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39d71c67534a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7e4f537d3944dd" /><Relationship Type="http://schemas.openxmlformats.org/officeDocument/2006/relationships/notesMaster" Target="/ppt/notesMasters/notesMaster1.xml" Id="R204b622b902a47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6f23638cc34334" /><Relationship Type="http://schemas.openxmlformats.org/officeDocument/2006/relationships/notesMaster" Target="/ppt/notesMasters/notesMaster1.xml" Id="R00e2be489d7e46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1936e72ab445ec" /><Relationship Type="http://schemas.openxmlformats.org/officeDocument/2006/relationships/notesMaster" Target="/ppt/notesMasters/notesMaster1.xml" Id="R5c4626c3ede148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f73d69d4484288" /><Relationship Type="http://schemas.openxmlformats.org/officeDocument/2006/relationships/notesMaster" Target="/ppt/notesMasters/notesMaster1.xml" Id="Rce2f43f2755e4a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652b98bbf3417f" /><Relationship Type="http://schemas.openxmlformats.org/officeDocument/2006/relationships/notesMaster" Target="/ppt/notesMasters/notesMaster1.xml" Id="R8710dce939e34f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0b1664dc32415f" /><Relationship Type="http://schemas.openxmlformats.org/officeDocument/2006/relationships/notesMaster" Target="/ppt/notesMasters/notesMaster1.xml" Id="R9a6af6e554484f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a9007da0fb4d0e" /><Relationship Type="http://schemas.openxmlformats.org/officeDocument/2006/relationships/notesMaster" Target="/ppt/notesMasters/notesMaster1.xml" Id="Ra87d3aff64c547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5777124b49437a" /><Relationship Type="http://schemas.openxmlformats.org/officeDocument/2006/relationships/notesMaster" Target="/ppt/notesMasters/notesMaster1.xml" Id="R2b54a45e537f44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f64fd1303544c1" /><Relationship Type="http://schemas.openxmlformats.org/officeDocument/2006/relationships/notesMaster" Target="/ppt/notesMasters/notesMaster1.xml" Id="Rf6e8bd9c3a2b46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18e57546ce474c" /><Relationship Type="http://schemas.openxmlformats.org/officeDocument/2006/relationships/notesMaster" Target="/ppt/notesMasters/notesMaster1.xml" Id="Rf7d4d1788e8845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9d0e4a049548e5" /><Relationship Type="http://schemas.openxmlformats.org/officeDocument/2006/relationships/notesMaster" Target="/ppt/notesMasters/notesMaster1.xml" Id="R82ba1d7469b141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4ad6c095894142" /><Relationship Type="http://schemas.openxmlformats.org/officeDocument/2006/relationships/notesMaster" Target="/ppt/notesMasters/notesMaster1.xml" Id="Rdc8f7a89c36c4e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project title and team: docs/proposal.md and supplied supervisor proposal. Objectives: investigate user needs and relevant research, define a feasible game representation and mechanics, implement the authoring/platform/generation modules, and evaluate playability and narrative correspondence. Intended result: meaningful actions and a reachable ending. First-version genre and acceptance bounds remain preliminary. Writers, educators and small creative teams are candidate groups. Each student presents their own module and research contribution.</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From a Game Idea to a Playable Browser Game.csv, 142 response records, 13 columns, SHA-256 e4de510a012aa13a0b7a88d1e7ea7527bd918603f8cf5acb88185633d501124a. Descriptive audit: survey-csv-analysis-2026-10-23.md. Q2: 47 No experience plus 51 Beginner = 98/142 (69.0%). Q5: browser-playable 65/142 (45.8%), the largest category but below half. Q10: Yes 57/142 (40.1%), Maybe 48/142 (33.8%), No 37/142 (26.1%). All these questions have 142 nonblank records. Percentages round to one decimal. The team describes the records as student respondents in a convenience sample. Independent respondent identity and provenance verification were not available. Counts describe the team-provided export and cannot establish representative demand, adoption, usability or technical generation success. The live response total has not been reconciled against the uploaded file. No exclusions were inferred. Public questionnaire: https://docs.google.com/forms/d/e/1FAIpQLSejcDY8RyGi2cUsdgC0cmcEjf1Xdfd6Vi0JNV2Nqn-m25j7Dg/viewform?usp=dialog . The separate committee criterion of 3–5 user discussions or substantive actual-client agreement remains undocumented.</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§3 and references [4]–[15], twelve research publications. Scientific venues and preprints are distinguished in citations. This count describes the report selection, not every entry in the longer repository draft. Key sources: Wang et al., ByteSized32, EMNLP 2023, https://aclanthology.org/2023.emnlp-main.830/ ; Amershi et al., Guidelines for Human-AI Interaction, CHI 2019, https://doi.org/10.1145/3290605.3300233 . Recent work includes Rogosch and Schrader, Applied Sciences 2026, https://doi.org/10.3390/app16062932 ; Agarwal et al., GAMED.AI, ACL Demonstrations 2026, https://doi.org/10.18653/v1/2026.acl-demo.84 ; Cai et al., Spec2Game, preprint 2026, https://arxiv.org/abs/2610.04253 . Literature motivates hypotheses. It does not establish user demand or reliable arbitrary story generation.</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docs/existing-systems.md and report §4. Official descriptions: https://rosebud.ai/tutorial ; https://gdevelop.io/blog/make-games-with-ai-agent-gdevelop-automated-prompt ; https://wiki.gdevelop.io/gdevelop5/interface/gameplay-tests/ ; https://help.aidungeon.com/getting-started . Nine criteria: natural-language input, genre control, browser play, actions/rules, ending, validation, simplification record, recovery, sharing/versions. GDevelop documents experimental tests that simulate input/assert outcomes, including AI assistance. Testing by itself is not a unique contribution. Not documented denotes a documentation gap, not absence. No hands-on comparative reliability benchmark has been executed.</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§5, docs/technology-comparison.md and docs/technology/*.md. Spring Boot/RabbitMQ offers explicit durable orchestration with more integration work. FastAPI/Celery fits a Python-centered prototype but still requires reliability controls. Structured game data is the provisional direction because it can constrain operations and validate references/ending conditions. Direct code offers flexibility with greater execution and validation risk. Templates offer predictability with narrower expression. Phaser is the proposed game framework, PixiJS requires more game logic, and Godot introduces an editor/build/export workflow. Team integration experiments and supervisor review will determine final choices. No alternatives have been benchmarked in this project.</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 §6, docs/requirements.md and component requirement drafts. Requirements currently derive from proposal and literature/engineering rationale. CSV record provenance must be reconciled before treating descriptive preferences as verified user evidence for a requirement. Proposed supported mechanics, bounds and numeric targets require review. FR-1 author input, FR-2 recorded status, FR-3 validated play/action/ending, FR-4 disclosure or visible failure, NFR-1 validation and privilege boundary, NFR-2 keyboard/responsive usability. More detailed test mappings remain in repository. No acceptance test results exist.</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docs/architecture.md, diagrams/component.mmd and component.svg. Conceptual responsibilities: authoring client, platform API and jobs, generation worker, fixed browser runtime. Storage keeps projects, jobs, versions and approved artifacts. An external model provider returns untrusted candidate data. Validation precedes publication. Queue states lead to ready or failed. Exact API/schema/retry/resource limits remain proposed. Context and use cases follow in slides 11–12.</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prototype/README.md and prototype/result-play.svg. Embedded source image comes from the existing deck, preserved at its original position. Illustrative game, status, controls and endings describe intended behavior. The author journey covers story/preferences, progress, result/simplifications, play/ending, catalogue/versions, failure/retry. No live generation, gameplay implementation or observed usability result is represented.</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docs/verification-plan.md and tests/evaluation-prompts.md, report §9. Planned denominators include all attempted prompts, with not-run cases reported separately. State actual trial/repetition conditions before evaluation. Baseline checks runtime launch/controls, not automated narrative interpretation. Retain input/configuration/artifact versions and validation/action traces. Separate schema validity, browser launch, consequential action, reachable ending and narrative correspondence. Two reviewers use a rubric and record disagreement. Inject queue/provider/invalid-result failures. Search timeout means completion unverified. No measured quality, latency or cost results exist.</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docs/project-plan.md, docs/youtrack-backlog.md, docs/supervisor-feedback.md, submission audit. The eight proposed implementation/evidence issues are separate from the historical 36-task document-preparation plan. Risks and mitigations: bound the mechanic set, validate generated data and ending checks, agree a versioned contract before integration, record evidence limitations. The parent audit verified a live public repository: https://github.com/lastnurik/diploma . Its remote branch points to ac44921. Committee/supervisor access, independent student contributions and actual peer-reviewed PRs remain unverified. No local pre-defense-1 tag. No actual YouTrack issue links supplied. Supervisor message emphasizes proposal/relevance, minimal repository/tasks and all sections at minimal depth. It does not establish substantive review of these artifacts or acceptance of survey as discussion substitute. Roadmap is provisional and supersedes the original accelerated implementation dates. No interviews are scheduled for the immediate package.</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diagrams/system-context.mmd. This context summary distinguishes the author and optional model provider from the proposed platform boundary. Internal responsibilities are shown in slide 7. Story/settings/gameplay input enters the browser client; it returns progress, game, ending or errors. The AI service sends only minimum required prompt data externally and treats output as untrusted. Managed storage remains within the proposed platform responsibility. All diagram text and nodes are editable slide objects.</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diagrams/use-case.mmd and docs/use-cases.md. Author associations cover all seven cases. Main scenario: enter a story and preferences, submit, observe progress, inspect outcome/simplifications, play to an ending and replay. Alternative scenarios: controlled failure followed by editing/regeneration, or opening a saved version. Use cases describe proposed behavior, not executed features. All nodes/text are editable slide objects.</a:t>
            </a:r>
          </a:p>
          <a:p xmlns:a="http://schemas.openxmlformats.org/drawingml/2006/main">
            <a:r>
              <a:t>Initial pre-defense, 23 October 2026. Architecture and requirements are proposals. No running generator, executed product tests or usability study is evidenced. Relative source paths refer to the diploma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749503ddd048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3fd135a9f549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88a04ee2574d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39a7bfe03345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ca6c6f2b624e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53f7f715d2544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C2448A-793F-4016-8826-882A2FD65E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48E865-B16C-43B2-9F2B-AFB0A87ACD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EF0B92-DE1E-4033-B4E1-AFAC8C930C7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7A2B59-FAF1-42F6-88C8-D0CDFE9530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77466E-59C7-48E5-BFFC-2E4E61E630D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BFB06C-2E51-4C3B-8293-80BA709B7A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45404B-510B-49BF-9009-46B3B58AF8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02325A-CF09-4DD2-B405-43B08CE61F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371564-CA5B-4FD3-A28C-C6B7DE7E23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0EAD0B-7AF5-4705-A6F6-7C8D46704C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ee47d8b7d64849" /><Relationship Type="http://schemas.openxmlformats.org/officeDocument/2006/relationships/slideLayout" Target="/ppt/slideLayouts/slideLayout1.xml" Id="R0f0e259acbba4dd3" /><Relationship Type="http://schemas.openxmlformats.org/officeDocument/2006/relationships/slideLayout" Target="/ppt/slideLayouts/slideLayout2.xml" Id="R07b21edd811e405f" /><Relationship Type="http://schemas.openxmlformats.org/officeDocument/2006/relationships/slideLayout" Target="/ppt/slideLayouts/slideLayout3.xml" Id="R65f64bd869f54e3b" /><Relationship Type="http://schemas.openxmlformats.org/officeDocument/2006/relationships/slideLayout" Target="/ppt/slideLayouts/slideLayout4.xml" Id="R6406524773044956" /><Relationship Type="http://schemas.openxmlformats.org/officeDocument/2006/relationships/slideLayout" Target="/ppt/slideLayouts/slideLayout5.xml" Id="R0183ae1a81714c3d" /><Relationship Type="http://schemas.openxmlformats.org/officeDocument/2006/relationships/slideLayout" Target="/ppt/slideLayouts/slideLayout6.xml" Id="R54ffb5976cc34c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0e259acbba4dd3"/>
    <p:sldLayoutId xmlns:r="http://schemas.openxmlformats.org/officeDocument/2006/relationships" id="2147483650" r:id="R07b21edd811e405f"/>
    <p:sldLayoutId xmlns:r="http://schemas.openxmlformats.org/officeDocument/2006/relationships" id="2147483651" r:id="R65f64bd869f54e3b"/>
    <p:sldLayoutId xmlns:r="http://schemas.openxmlformats.org/officeDocument/2006/relationships" id="2147483652" r:id="R6406524773044956"/>
    <p:sldLayoutId xmlns:r="http://schemas.openxmlformats.org/officeDocument/2006/relationships" id="2147483653" r:id="R0183ae1a81714c3d"/>
    <p:sldLayoutId xmlns:r="http://schemas.openxmlformats.org/officeDocument/2006/relationships" id="2147483654" r:id="R54ffb5976cc34c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82afe0366749b4" /><Relationship Type="http://schemas.openxmlformats.org/officeDocument/2006/relationships/notesSlide" Target="/ppt/notesSlides/notesSlide1.xml" Id="R49a3bc24393a4d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b2e670271d47a1" /><Relationship Type="http://schemas.openxmlformats.org/officeDocument/2006/relationships/notesSlide" Target="/ppt/notesSlides/notesSlide2.xml" Id="Rf28ec640615d46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2475bc40434a80" /><Relationship Type="http://schemas.openxmlformats.org/officeDocument/2006/relationships/notesSlide" Target="/ppt/notesSlides/notesSlide3.xml" Id="R54e060bd707a4c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941edc8bdf41ea" /><Relationship Type="http://schemas.openxmlformats.org/officeDocument/2006/relationships/notesSlide" Target="/ppt/notesSlides/notesSlide4.xml" Id="Rbfec834401bc48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398a4d27fa4d1e" /><Relationship Type="http://schemas.openxmlformats.org/officeDocument/2006/relationships/notesSlide" Target="/ppt/notesSlides/notesSlide5.xml" Id="R854798d412704f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83522b934d4ae0" /><Relationship Type="http://schemas.openxmlformats.org/officeDocument/2006/relationships/notesSlide" Target="/ppt/notesSlides/notesSlide6.xml" Id="R7fb5a987379c45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d163fd4d3e4973" /><Relationship Type="http://schemas.openxmlformats.org/officeDocument/2006/relationships/notesSlide" Target="/ppt/notesSlides/notesSlide7.xml" Id="R933f5161166b4d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ba8ce797114eeb" /><Relationship Type="http://schemas.openxmlformats.org/officeDocument/2006/relationships/image" Target="/ppt/media/image.png" Id="R3ef694a7e58845d2" /><Relationship Type="http://schemas.openxmlformats.org/officeDocument/2006/relationships/notesSlide" Target="/ppt/notesSlides/notesSlide8.xml" Id="R09e44b1067ad45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6655b411a64360" /><Relationship Type="http://schemas.openxmlformats.org/officeDocument/2006/relationships/notesSlide" Target="/ppt/notesSlides/notesSlide9.xml" Id="Rcbec498a97e246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b789f1ad2b47fa" /><Relationship Type="http://schemas.openxmlformats.org/officeDocument/2006/relationships/notesSlide" Target="/ppt/notesSlides/notesSlide10.xml" Id="Rb3ceb5ac7f1949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389f4aad744eb9" /><Relationship Type="http://schemas.openxmlformats.org/officeDocument/2006/relationships/notesSlide" Target="/ppt/notesSlides/notesSlide11.xml" Id="R69e3adf9a2cd43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8c704553334af7" /><Relationship Type="http://schemas.openxmlformats.org/officeDocument/2006/relationships/notesSlide" Target="/ppt/notesSlides/notesSlide12.xml" Id="R872c0a0fab3347e5"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220F11-D9A4-409B-8478-0601FDA01426}"/>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DF8A88-B54F-4BC1-BBDC-49D292C7B371}"/>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Diploma project proposal</a:t>
            </a:r>
          </a:p>
        </p:txBody>
      </p:sp>
      <p:sp>
        <p:nvSpPr>
          <p:cNvPr id="3" name="">
            <a:extLst xmlns:a="http://schemas.openxmlformats.org/drawingml/2006/main">
              <a:ext uri="{FF2B5EF4-FFF2-40B4-BE49-F238E27FC236}">
                <a16:creationId xmlns:a16="http://schemas.microsoft.com/office/drawing/2014/main" id="{78BE0E4C-EE99-411C-874C-3817B9D152C1}"/>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540280-DABD-415B-9BC1-0610FB11F8A3}"/>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Astana IT University / SE-2417 / Supervisor: Shyngys Alshynov / October 2026</a:t>
            </a:r>
          </a:p>
        </p:txBody>
      </p:sp>
      <p:sp>
        <p:nvSpPr>
          <p:cNvPr id="5" name="">
            <a:extLst xmlns:a="http://schemas.openxmlformats.org/drawingml/2006/main">
              <a:ext uri="{FF2B5EF4-FFF2-40B4-BE49-F238E27FC236}">
                <a16:creationId xmlns:a16="http://schemas.microsoft.com/office/drawing/2014/main" id="{3446126C-FBEE-4E59-8BE5-437277A5DEBD}"/>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EB0D8FF6-EA94-46EB-8F05-489998E8270A}"/>
              </a:ext>
            </a:extLst>
          </p:cNvPr>
          <p:cNvSpPr>
            <a:spLocks xmlns:a="http://schemas.openxmlformats.org/drawingml/2006/main" noGrp="1"/>
          </p:cNvSpPr>
          <p:nvPr/>
        </p:nvSpPr>
        <p:spPr>
          <a:xfrm xmlns:a="http://schemas.openxmlformats.org/drawingml/2006/main">
            <a:off x="609600" y="1819275"/>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2C40"/>
                </a:solidFill>
                <a:latin typeface="DejaVu Sans"/>
                <a:ea typeface="DejaVu Sans"/>
                <a:cs typeface="DejaVu Sans"/>
              </a:defRPr>
            </a:defPPr>
            <a:lvl1pPr>
              <a:buNone/>
              <a:defRPr sz="2700" b="1">
                <a:solidFill>
                  <a:srgbClr val="172C40"/>
                </a:solidFill>
                <a:latin typeface="DejaVu Sans"/>
                <a:ea typeface="DejaVu Sans"/>
                <a:cs typeface="DejaVu Sans"/>
              </a:defRPr>
            </a:lvl1pPr>
            <a:lvl2pPr>
              <a:buNone/>
              <a:defRPr sz="2700" b="1">
                <a:solidFill>
                  <a:srgbClr val="172C40"/>
                </a:solidFill>
                <a:latin typeface="DejaVu Sans"/>
                <a:ea typeface="DejaVu Sans"/>
                <a:cs typeface="DejaVu Sans"/>
              </a:defRPr>
            </a:lvl2pPr>
            <a:lvl3pPr>
              <a:buNone/>
              <a:defRPr sz="2700" b="1">
                <a:solidFill>
                  <a:srgbClr val="172C40"/>
                </a:solidFill>
                <a:latin typeface="DejaVu Sans"/>
                <a:ea typeface="DejaVu Sans"/>
                <a:cs typeface="DejaVu Sans"/>
              </a:defRPr>
            </a:lvl3pPr>
            <a:lvl4pPr>
              <a:buNone/>
              <a:defRPr sz="2700" b="1">
                <a:solidFill>
                  <a:srgbClr val="172C40"/>
                </a:solidFill>
                <a:latin typeface="DejaVu Sans"/>
                <a:ea typeface="DejaVu Sans"/>
                <a:cs typeface="DejaVu Sans"/>
              </a:defRPr>
            </a:lvl4pPr>
            <a:lvl5pPr>
              <a:buNone/>
              <a:defRPr sz="2700" b="1">
                <a:solidFill>
                  <a:srgbClr val="172C40"/>
                </a:solidFill>
                <a:latin typeface="DejaVu Sans"/>
                <a:ea typeface="DejaVu Sans"/>
                <a:cs typeface="DejaVu Sans"/>
              </a:defRPr>
            </a:lvl5pPr>
            <a:lvl6pPr>
              <a:buNone/>
              <a:defRPr sz="2700" b="1">
                <a:solidFill>
                  <a:srgbClr val="172C40"/>
                </a:solidFill>
                <a:latin typeface="DejaVu Sans"/>
                <a:ea typeface="DejaVu Sans"/>
                <a:cs typeface="DejaVu Sans"/>
              </a:defRPr>
            </a:lvl6pPr>
            <a:lvl7pPr>
              <a:buNone/>
              <a:defRPr sz="2700" b="1">
                <a:solidFill>
                  <a:srgbClr val="172C40"/>
                </a:solidFill>
                <a:latin typeface="DejaVu Sans"/>
                <a:ea typeface="DejaVu Sans"/>
                <a:cs typeface="DejaVu Sans"/>
              </a:defRPr>
            </a:lvl7pPr>
            <a:lvl8pPr>
              <a:buNone/>
              <a:defRPr sz="2700" b="1">
                <a:solidFill>
                  <a:srgbClr val="172C40"/>
                </a:solidFill>
                <a:latin typeface="DejaVu Sans"/>
                <a:ea typeface="DejaVu Sans"/>
                <a:cs typeface="DejaVu Sans"/>
              </a:defRPr>
            </a:lvl8pPr>
            <a:lvl9pPr>
              <a:buNone/>
              <a:defRPr sz="2700" b="1">
                <a:solidFill>
                  <a:srgbClr val="172C40"/>
                </a:solidFill>
                <a:latin typeface="DejaVu Sans"/>
                <a:ea typeface="DejaVu Sans"/>
                <a:cs typeface="DejaVu Sans"/>
              </a:defRPr>
            </a:lvl9pPr>
          </a:lstStyle>
          <a:p xmlns:a="http://schemas.openxmlformats.org/drawingml/2006/main">
            <a:pPr>
              <a:buNone/>
              <a:defRPr sz="2325" b="1">
                <a:solidFill>
                  <a:srgbClr val="172C40"/>
                </a:solidFill>
                <a:latin typeface="DejaVu Sans"/>
                <a:ea typeface="DejaVu Sans"/>
                <a:cs typeface="DejaVu Sans"/>
              </a:defRPr>
            </a:pPr>
            <a:r>
              <a:rPr sz="2325" b="1">
                <a:solidFill>
                  <a:srgbClr val="172C40"/>
                </a:solidFill>
                <a:latin typeface="DejaVu Sans"/>
                <a:ea typeface="DejaVu Sans"/>
                <a:cs typeface="DejaVu Sans"/>
              </a:rPr>
              <a:t>Development of an AI-Assisted Platform for Generating Playable Browser Games from User-Provided Storylines</a:t>
            </a:r>
          </a:p>
        </p:txBody>
      </p:sp>
      <p:sp>
        <p:nvSpPr>
          <p:cNvPr id="7" name="">
            <a:extLst xmlns:a="http://schemas.openxmlformats.org/drawingml/2006/main">
              <a:ext uri="{FF2B5EF4-FFF2-40B4-BE49-F238E27FC236}">
                <a16:creationId xmlns:a16="http://schemas.microsoft.com/office/drawing/2014/main" id="{2F0E37F0-312C-4D4D-8D40-952564FA7354}"/>
              </a:ext>
            </a:extLst>
          </p:cNvPr>
          <p:cNvSpPr>
            <a:spLocks xmlns:a="http://schemas.openxmlformats.org/drawingml/2006/main" noGrp="1"/>
          </p:cNvSpPr>
          <p:nvPr/>
        </p:nvSpPr>
        <p:spPr>
          <a:xfrm xmlns:a="http://schemas.openxmlformats.org/drawingml/2006/main">
            <a:off x="609600" y="300990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Aim: generate a playable 2D browser game from a creator’s story.</a:t>
            </a:r>
          </a:p>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Candidate users: people without game-development experience.</a:t>
            </a:r>
          </a:p>
        </p:txBody>
      </p:sp>
      <p:sp>
        <p:nvSpPr>
          <p:cNvPr id="8" name="">
            <a:extLst xmlns:a="http://schemas.openxmlformats.org/drawingml/2006/main">
              <a:ext uri="{FF2B5EF4-FFF2-40B4-BE49-F238E27FC236}">
                <a16:creationId xmlns:a16="http://schemas.microsoft.com/office/drawing/2014/main" id="{FA4D747A-4B75-48D0-8D77-247F566FEE2C}"/>
              </a:ext>
            </a:extLst>
          </p:cNvPr>
          <p:cNvSpPr>
            <a:spLocks xmlns:a="http://schemas.openxmlformats.org/drawingml/2006/main" noGrp="1"/>
          </p:cNvSpPr>
          <p:nvPr/>
        </p:nvSpPr>
        <p:spPr>
          <a:xfrm xmlns:a="http://schemas.openxmlformats.org/drawingml/2006/main">
            <a:off x="609600" y="4095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E6478"/>
                </a:solidFill>
                <a:latin typeface="DejaVu Sans"/>
                <a:ea typeface="DejaVu Sans"/>
                <a:cs typeface="DejaVu Sans"/>
              </a:defRPr>
            </a:defPPr>
            <a:lvl1pPr>
              <a:buNone/>
              <a:defRPr sz="1950" b="1">
                <a:solidFill>
                  <a:srgbClr val="2E6478"/>
                </a:solidFill>
                <a:latin typeface="DejaVu Sans"/>
                <a:ea typeface="DejaVu Sans"/>
                <a:cs typeface="DejaVu Sans"/>
              </a:defRPr>
            </a:lvl1pPr>
            <a:lvl2pPr>
              <a:buNone/>
              <a:defRPr sz="1950" b="1">
                <a:solidFill>
                  <a:srgbClr val="2E6478"/>
                </a:solidFill>
                <a:latin typeface="DejaVu Sans"/>
                <a:ea typeface="DejaVu Sans"/>
                <a:cs typeface="DejaVu Sans"/>
              </a:defRPr>
            </a:lvl2pPr>
            <a:lvl3pPr>
              <a:buNone/>
              <a:defRPr sz="1950" b="1">
                <a:solidFill>
                  <a:srgbClr val="2E6478"/>
                </a:solidFill>
                <a:latin typeface="DejaVu Sans"/>
                <a:ea typeface="DejaVu Sans"/>
                <a:cs typeface="DejaVu Sans"/>
              </a:defRPr>
            </a:lvl3pPr>
            <a:lvl4pPr>
              <a:buNone/>
              <a:defRPr sz="1950" b="1">
                <a:solidFill>
                  <a:srgbClr val="2E6478"/>
                </a:solidFill>
                <a:latin typeface="DejaVu Sans"/>
                <a:ea typeface="DejaVu Sans"/>
                <a:cs typeface="DejaVu Sans"/>
              </a:defRPr>
            </a:lvl4pPr>
            <a:lvl5pPr>
              <a:buNone/>
              <a:defRPr sz="1950" b="1">
                <a:solidFill>
                  <a:srgbClr val="2E6478"/>
                </a:solidFill>
                <a:latin typeface="DejaVu Sans"/>
                <a:ea typeface="DejaVu Sans"/>
                <a:cs typeface="DejaVu Sans"/>
              </a:defRPr>
            </a:lvl5pPr>
            <a:lvl6pPr>
              <a:buNone/>
              <a:defRPr sz="1950" b="1">
                <a:solidFill>
                  <a:srgbClr val="2E6478"/>
                </a:solidFill>
                <a:latin typeface="DejaVu Sans"/>
                <a:ea typeface="DejaVu Sans"/>
                <a:cs typeface="DejaVu Sans"/>
              </a:defRPr>
            </a:lvl6pPr>
            <a:lvl7pPr>
              <a:buNone/>
              <a:defRPr sz="1950" b="1">
                <a:solidFill>
                  <a:srgbClr val="2E6478"/>
                </a:solidFill>
                <a:latin typeface="DejaVu Sans"/>
                <a:ea typeface="DejaVu Sans"/>
                <a:cs typeface="DejaVu Sans"/>
              </a:defRPr>
            </a:lvl7pPr>
            <a:lvl8pPr>
              <a:buNone/>
              <a:defRPr sz="1950" b="1">
                <a:solidFill>
                  <a:srgbClr val="2E6478"/>
                </a:solidFill>
                <a:latin typeface="DejaVu Sans"/>
                <a:ea typeface="DejaVu Sans"/>
                <a:cs typeface="DejaVu Sans"/>
              </a:defRPr>
            </a:lvl8pPr>
            <a:lvl9pPr>
              <a:buNone/>
              <a:defRPr sz="1950" b="1">
                <a:solidFill>
                  <a:srgbClr val="2E6478"/>
                </a:solidFill>
                <a:latin typeface="DejaVu Sans"/>
                <a:ea typeface="DejaVu Sans"/>
                <a:cs typeface="DejaVu Sans"/>
              </a:defRPr>
            </a:lvl9pPr>
          </a:lstStyle>
          <a:p xmlns:a="http://schemas.openxmlformats.org/drawingml/2006/main">
            <a:pPr>
              <a:buNone/>
              <a:defRPr sz="1950" b="1">
                <a:solidFill>
                  <a:srgbClr val="2E6478"/>
                </a:solidFill>
                <a:latin typeface="DejaVu Sans"/>
                <a:ea typeface="DejaVu Sans"/>
                <a:cs typeface="DejaVu Sans"/>
              </a:defRPr>
            </a:pPr>
            <a:r>
              <a:rPr sz="1950" b="1">
                <a:solidFill>
                  <a:srgbClr val="2E6478"/>
                </a:solidFill>
                <a:latin typeface="DejaVu Sans"/>
                <a:ea typeface="DejaVu Sans"/>
                <a:cs typeface="DejaVu Sans"/>
              </a:rPr>
              <a:t>Team responsibilities</a:t>
            </a:r>
          </a:p>
        </p:txBody>
      </p:sp>
      <p:sp>
        <p:nvSpPr>
          <p:cNvPr id="9" name="">
            <a:extLst xmlns:a="http://schemas.openxmlformats.org/drawingml/2006/main">
              <a:ext uri="{FF2B5EF4-FFF2-40B4-BE49-F238E27FC236}">
                <a16:creationId xmlns:a16="http://schemas.microsoft.com/office/drawing/2014/main" id="{86D70D2C-9F7D-4DDB-9FE9-A7E0807A3928}"/>
              </a:ext>
            </a:extLst>
          </p:cNvPr>
          <p:cNvSpPr>
            <a:spLocks xmlns:a="http://schemas.openxmlformats.org/drawingml/2006/main" noGrp="1"/>
          </p:cNvSpPr>
          <p:nvPr/>
        </p:nvSpPr>
        <p:spPr>
          <a:xfrm xmlns:a="http://schemas.openxmlformats.org/drawingml/2006/main">
            <a:off x="609600" y="4600575"/>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C40"/>
                </a:solidFill>
                <a:latin typeface="DejaVu Sans"/>
                <a:ea typeface="DejaVu Sans"/>
                <a:cs typeface="DejaVu Sans"/>
              </a:defRPr>
            </a:defPPr>
            <a:lvl1pPr>
              <a:buNone/>
              <a:defRPr sz="1725" b="0">
                <a:solidFill>
                  <a:srgbClr val="172C40"/>
                </a:solidFill>
                <a:latin typeface="DejaVu Sans"/>
                <a:ea typeface="DejaVu Sans"/>
                <a:cs typeface="DejaVu Sans"/>
              </a:defRPr>
            </a:lvl1pPr>
            <a:lvl2pPr>
              <a:buNone/>
              <a:defRPr sz="1725" b="0">
                <a:solidFill>
                  <a:srgbClr val="172C40"/>
                </a:solidFill>
                <a:latin typeface="DejaVu Sans"/>
                <a:ea typeface="DejaVu Sans"/>
                <a:cs typeface="DejaVu Sans"/>
              </a:defRPr>
            </a:lvl2pPr>
            <a:lvl3pPr>
              <a:buNone/>
              <a:defRPr sz="1725" b="0">
                <a:solidFill>
                  <a:srgbClr val="172C40"/>
                </a:solidFill>
                <a:latin typeface="DejaVu Sans"/>
                <a:ea typeface="DejaVu Sans"/>
                <a:cs typeface="DejaVu Sans"/>
              </a:defRPr>
            </a:lvl3pPr>
            <a:lvl4pPr>
              <a:buNone/>
              <a:defRPr sz="1725" b="0">
                <a:solidFill>
                  <a:srgbClr val="172C40"/>
                </a:solidFill>
                <a:latin typeface="DejaVu Sans"/>
                <a:ea typeface="DejaVu Sans"/>
                <a:cs typeface="DejaVu Sans"/>
              </a:defRPr>
            </a:lvl4pPr>
            <a:lvl5pPr>
              <a:buNone/>
              <a:defRPr sz="1725" b="0">
                <a:solidFill>
                  <a:srgbClr val="172C40"/>
                </a:solidFill>
                <a:latin typeface="DejaVu Sans"/>
                <a:ea typeface="DejaVu Sans"/>
                <a:cs typeface="DejaVu Sans"/>
              </a:defRPr>
            </a:lvl5pPr>
            <a:lvl6pPr>
              <a:buNone/>
              <a:defRPr sz="1725" b="0">
                <a:solidFill>
                  <a:srgbClr val="172C40"/>
                </a:solidFill>
                <a:latin typeface="DejaVu Sans"/>
                <a:ea typeface="DejaVu Sans"/>
                <a:cs typeface="DejaVu Sans"/>
              </a:defRPr>
            </a:lvl6pPr>
            <a:lvl7pPr>
              <a:buNone/>
              <a:defRPr sz="1725" b="0">
                <a:solidFill>
                  <a:srgbClr val="172C40"/>
                </a:solidFill>
                <a:latin typeface="DejaVu Sans"/>
                <a:ea typeface="DejaVu Sans"/>
                <a:cs typeface="DejaVu Sans"/>
              </a:defRPr>
            </a:lvl7pPr>
            <a:lvl8pPr>
              <a:buNone/>
              <a:defRPr sz="1725" b="0">
                <a:solidFill>
                  <a:srgbClr val="172C40"/>
                </a:solidFill>
                <a:latin typeface="DejaVu Sans"/>
                <a:ea typeface="DejaVu Sans"/>
                <a:cs typeface="DejaVu Sans"/>
              </a:defRPr>
            </a:lvl8pPr>
            <a:lvl9pPr>
              <a:buNone/>
              <a:defRPr sz="1725" b="0">
                <a:solidFill>
                  <a:srgbClr val="172C40"/>
                </a:solidFill>
                <a:latin typeface="DejaVu Sans"/>
                <a:ea typeface="DejaVu Sans"/>
                <a:cs typeface="DejaVu Sans"/>
              </a:defRPr>
            </a:lvl9pPr>
          </a:lstStyle>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Almadi Madiuly: frontend and UX/UI</a:t>
            </a:r>
          </a:p>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Zhaksylyk Aldiyar: backend and platform</a:t>
            </a:r>
          </a:p>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Yessengeldi Nurgeldi: AI generation and validation</a:t>
            </a:r>
          </a:p>
        </p:txBody>
      </p:sp>
    </p:spTree>
    <p:extLst>
      <p:ext uri="{BB962C8B-B14F-4D97-AF65-F5344CB8AC3E}">
        <p14:creationId xmlns:p14="http://schemas.microsoft.com/office/powerpoint/2010/main" val="1889274474"/>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A36475-1275-4C15-9D0C-7B040AF7F266}"/>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6E9477-DB00-4FC8-99E9-F29E4418C38C}"/>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Relevance and descriptive survey results</a:t>
            </a:r>
          </a:p>
        </p:txBody>
      </p:sp>
      <p:sp>
        <p:nvSpPr>
          <p:cNvPr id="3" name="">
            <a:extLst xmlns:a="http://schemas.openxmlformats.org/drawingml/2006/main">
              <a:ext uri="{FF2B5EF4-FFF2-40B4-BE49-F238E27FC236}">
                <a16:creationId xmlns:a16="http://schemas.microsoft.com/office/drawing/2014/main" id="{4669922A-28DE-4D54-9150-3AB85CE5D205}"/>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6B7453-4744-4469-9B06-86DC377AC809}"/>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2 Relevance / Supplied CSV, 23 October 2026 / Percentages use all 142 records</a:t>
            </a:r>
          </a:p>
        </p:txBody>
      </p:sp>
      <p:sp>
        <p:nvSpPr>
          <p:cNvPr id="5" name="">
            <a:extLst xmlns:a="http://schemas.openxmlformats.org/drawingml/2006/main">
              <a:ext uri="{FF2B5EF4-FFF2-40B4-BE49-F238E27FC236}">
                <a16:creationId xmlns:a16="http://schemas.microsoft.com/office/drawing/2014/main" id="{706021BE-59CA-45C4-9DCE-97AD8E8788DE}"/>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BE743377-1ABF-453D-9709-B9D8DD798BDF}"/>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Team-provided export: 142 response records</a:t>
            </a:r>
          </a:p>
        </p:txBody>
      </p:sp>
      <p:sp>
        <p:nvSpPr>
          <p:cNvPr id="7" name="">
            <a:extLst xmlns:a="http://schemas.openxmlformats.org/drawingml/2006/main">
              <a:ext uri="{FF2B5EF4-FFF2-40B4-BE49-F238E27FC236}">
                <a16:creationId xmlns:a16="http://schemas.microsoft.com/office/drawing/2014/main" id="{08527055-57FC-430C-96CA-5EB70FEB791B}"/>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98/142 (69.0%) report no experience or beginner level.</a:t>
            </a:r>
          </a:p>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65/142 (45.8%) prefer browser play, a plurality below half.</a:t>
            </a:r>
          </a:p>
        </p:txBody>
      </p:sp>
      <p:sp>
        <p:nvSpPr>
          <p:cNvPr id="8" name="">
            <a:extLst xmlns:a="http://schemas.openxmlformats.org/drawingml/2006/main">
              <a:ext uri="{FF2B5EF4-FFF2-40B4-BE49-F238E27FC236}">
                <a16:creationId xmlns:a16="http://schemas.microsoft.com/office/drawing/2014/main" id="{135FFE5D-8210-4AF1-8B54-F2F378D43009}"/>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Stated interest in a future prototype</a:t>
            </a:r>
          </a:p>
        </p:txBody>
      </p:sp>
      <p:sp>
        <p:nvSpPr>
          <p:cNvPr id="9" name="">
            <a:extLst xmlns:a="http://schemas.openxmlformats.org/drawingml/2006/main">
              <a:ext uri="{FF2B5EF4-FFF2-40B4-BE49-F238E27FC236}">
                <a16:creationId xmlns:a16="http://schemas.microsoft.com/office/drawing/2014/main" id="{EEAC942C-8740-4E91-8742-0C53A2894846}"/>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57/142 (40.1%) selected “Yes” to considering a future prototype.</a:t>
            </a:r>
          </a:p>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These preferences do not establish demand, adoption or feasibility.</a:t>
            </a:r>
          </a:p>
        </p:txBody>
      </p:sp>
      <p:sp>
        <p:nvSpPr>
          <p:cNvPr id="10" name="">
            <a:extLst xmlns:a="http://schemas.openxmlformats.org/drawingml/2006/main">
              <a:ext uri="{FF2B5EF4-FFF2-40B4-BE49-F238E27FC236}">
                <a16:creationId xmlns:a16="http://schemas.microsoft.com/office/drawing/2014/main" id="{907F8250-8B6C-4A81-8C91-243A67B71D99}"/>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Interpretation and evidence limits</a:t>
            </a:r>
          </a:p>
        </p:txBody>
      </p:sp>
      <p:sp>
        <p:nvSpPr>
          <p:cNvPr id="11" name="">
            <a:extLst xmlns:a="http://schemas.openxmlformats.org/drawingml/2006/main">
              <a:ext uri="{FF2B5EF4-FFF2-40B4-BE49-F238E27FC236}">
                <a16:creationId xmlns:a16="http://schemas.microsoft.com/office/drawing/2014/main" id="{C77FB1DA-1409-439B-9C28-97610CC478CF}"/>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Team reports student respondents in a convenience sample.</a:t>
            </a:r>
          </a:p>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Respondent identities have not been independently verified.</a:t>
            </a:r>
          </a:p>
        </p:txBody>
      </p:sp>
    </p:spTree>
    <p:extLst>
      <p:ext uri="{BB962C8B-B14F-4D97-AF65-F5344CB8AC3E}">
        <p14:creationId xmlns:p14="http://schemas.microsoft.com/office/powerpoint/2010/main" val="1738751439"/>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8C87549-70FD-4500-96CF-4A7F829E3E8C}"/>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6F336F-5FED-4D02-86C0-3C5EBEC9D9A1}"/>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Preliminary literature review</a:t>
            </a:r>
          </a:p>
        </p:txBody>
      </p:sp>
      <p:sp>
        <p:nvSpPr>
          <p:cNvPr id="3" name="">
            <a:extLst xmlns:a="http://schemas.openxmlformats.org/drawingml/2006/main">
              <a:ext uri="{FF2B5EF4-FFF2-40B4-BE49-F238E27FC236}">
                <a16:creationId xmlns:a16="http://schemas.microsoft.com/office/drawing/2014/main" id="{4742904A-3BF5-4EFF-93FF-ED0EC22E2F42}"/>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46ABC9-50FC-48B7-B9BF-63FB98BCFA44}"/>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3 Literature / 12 research publications summarized in the report</a:t>
            </a:r>
          </a:p>
        </p:txBody>
      </p:sp>
      <p:sp>
        <p:nvSpPr>
          <p:cNvPr id="5" name="">
            <a:extLst xmlns:a="http://schemas.openxmlformats.org/drawingml/2006/main">
              <a:ext uri="{FF2B5EF4-FFF2-40B4-BE49-F238E27FC236}">
                <a16:creationId xmlns:a16="http://schemas.microsoft.com/office/drawing/2014/main" id="{93242CD0-D230-4B4F-951A-2B7C0DD0ABF6}"/>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03</a:t>
            </a:r>
          </a:p>
        </p:txBody>
      </p:sp>
      <p:sp>
        <p:nvSpPr>
          <p:cNvPr id="6" name="">
            <a:extLst xmlns:a="http://schemas.openxmlformats.org/drawingml/2006/main">
              <a:ext uri="{FF2B5EF4-FFF2-40B4-BE49-F238E27FC236}">
                <a16:creationId xmlns:a16="http://schemas.microsoft.com/office/drawing/2014/main" id="{62257E11-2E32-4742-9CAC-B95172CBBC5E}"/>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Twelve research publications</a:t>
            </a:r>
          </a:p>
        </p:txBody>
      </p:sp>
      <p:sp>
        <p:nvSpPr>
          <p:cNvPr id="7" name="">
            <a:extLst xmlns:a="http://schemas.openxmlformats.org/drawingml/2006/main">
              <a:ext uri="{FF2B5EF4-FFF2-40B4-BE49-F238E27FC236}">
                <a16:creationId xmlns:a16="http://schemas.microsoft.com/office/drawing/2014/main" id="{79A0BA2A-8EED-433D-A2D3-2B951505D38B}"/>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The report reviews generation, formal game rules, validation and authoring UX. Each source has a contribution and a limitation.</a:t>
            </a:r>
          </a:p>
        </p:txBody>
      </p:sp>
      <p:sp>
        <p:nvSpPr>
          <p:cNvPr id="8" name="">
            <a:extLst xmlns:a="http://schemas.openxmlformats.org/drawingml/2006/main">
              <a:ext uri="{FF2B5EF4-FFF2-40B4-BE49-F238E27FC236}">
                <a16:creationId xmlns:a16="http://schemas.microsoft.com/office/drawing/2014/main" id="{5F677B06-249E-49EC-8BB8-7F40D9C5B08B}"/>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Separate quality criteria</a:t>
            </a:r>
          </a:p>
        </p:txBody>
      </p:sp>
      <p:sp>
        <p:nvSpPr>
          <p:cNvPr id="9" name="">
            <a:extLst xmlns:a="http://schemas.openxmlformats.org/drawingml/2006/main">
              <a:ext uri="{FF2B5EF4-FFF2-40B4-BE49-F238E27FC236}">
                <a16:creationId xmlns:a16="http://schemas.microsoft.com/office/drawing/2014/main" id="{60F68302-99A7-4FB1-8543-F4A5F8944D12}"/>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ByteSized32 distinguishes execution, story fidelity and winnability. Its text-game results require further study in 2D browser games.</a:t>
            </a:r>
          </a:p>
        </p:txBody>
      </p:sp>
      <p:sp>
        <p:nvSpPr>
          <p:cNvPr id="10" name="">
            <a:extLst xmlns:a="http://schemas.openxmlformats.org/drawingml/2006/main">
              <a:ext uri="{FF2B5EF4-FFF2-40B4-BE49-F238E27FC236}">
                <a16:creationId xmlns:a16="http://schemas.microsoft.com/office/drawing/2014/main" id="{B8252840-A2AF-41F9-A4DE-35DEB40F97FC}"/>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Design implications</a:t>
            </a:r>
          </a:p>
        </p:txBody>
      </p:sp>
      <p:sp>
        <p:nvSpPr>
          <p:cNvPr id="11" name="">
            <a:extLst xmlns:a="http://schemas.openxmlformats.org/drawingml/2006/main">
              <a:ext uri="{FF2B5EF4-FFF2-40B4-BE49-F238E27FC236}">
                <a16:creationId xmlns:a16="http://schemas.microsoft.com/office/drawing/2014/main" id="{F2D7286E-6EA0-48E1-B39B-A659CB4BBF7C}"/>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Investigate a validated game specification and controlled runtime. Explain system limits and failures to the author.</a:t>
            </a:r>
          </a:p>
        </p:txBody>
      </p:sp>
    </p:spTree>
    <p:extLst>
      <p:ext uri="{BB962C8B-B14F-4D97-AF65-F5344CB8AC3E}">
        <p14:creationId xmlns:p14="http://schemas.microsoft.com/office/powerpoint/2010/main" val="1715543010"/>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88B489-7655-40FD-9E97-56A17D544FA5}"/>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638BD3-241B-475C-B013-EC0DC082B11E}"/>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Comparison of existing systems</a:t>
            </a:r>
          </a:p>
        </p:txBody>
      </p:sp>
      <p:sp>
        <p:nvSpPr>
          <p:cNvPr id="3" name="">
            <a:extLst xmlns:a="http://schemas.openxmlformats.org/drawingml/2006/main">
              <a:ext uri="{FF2B5EF4-FFF2-40B4-BE49-F238E27FC236}">
                <a16:creationId xmlns:a16="http://schemas.microsoft.com/office/drawing/2014/main" id="{B034B113-4E53-4B7D-8D30-DEDB41E34311}"/>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FA4F65-5F8B-4AF0-BEE3-05758503CD9D}"/>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4 Existing systems / Three systems and nine common criteria / Documentation review</a:t>
            </a:r>
          </a:p>
        </p:txBody>
      </p:sp>
      <p:sp>
        <p:nvSpPr>
          <p:cNvPr id="5" name="">
            <a:extLst xmlns:a="http://schemas.openxmlformats.org/drawingml/2006/main">
              <a:ext uri="{FF2B5EF4-FFF2-40B4-BE49-F238E27FC236}">
                <a16:creationId xmlns:a16="http://schemas.microsoft.com/office/drawing/2014/main" id="{0534B866-ABDE-44DA-9AD4-AA51A3F8188B}"/>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04</a:t>
            </a:r>
          </a:p>
        </p:txBody>
      </p:sp>
      <p:sp>
        <p:nvSpPr>
          <p:cNvPr id="6" name="">
            <a:extLst xmlns:a="http://schemas.openxmlformats.org/drawingml/2006/main">
              <a:ext uri="{FF2B5EF4-FFF2-40B4-BE49-F238E27FC236}">
                <a16:creationId xmlns:a16="http://schemas.microsoft.com/office/drawing/2014/main" id="{03E455C5-81EE-4621-9FF0-B9F28FD43EB2}"/>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Rosebud AI</a:t>
            </a:r>
          </a:p>
        </p:txBody>
      </p:sp>
      <p:sp>
        <p:nvSpPr>
          <p:cNvPr id="7" name="">
            <a:extLst xmlns:a="http://schemas.openxmlformats.org/drawingml/2006/main">
              <a:ext uri="{FF2B5EF4-FFF2-40B4-BE49-F238E27FC236}">
                <a16:creationId xmlns:a16="http://schemas.microsoft.com/office/drawing/2014/main" id="{5B5E3503-BA8E-4FEE-B118-95ED84A237F9}"/>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Documents prompt-based browser-game creation, playable previews and iterative revision. It is the closest comparator.</a:t>
            </a:r>
          </a:p>
        </p:txBody>
      </p:sp>
      <p:sp>
        <p:nvSpPr>
          <p:cNvPr id="8" name="">
            <a:extLst xmlns:a="http://schemas.openxmlformats.org/drawingml/2006/main">
              <a:ext uri="{FF2B5EF4-FFF2-40B4-BE49-F238E27FC236}">
                <a16:creationId xmlns:a16="http://schemas.microsoft.com/office/drawing/2014/main" id="{F149893F-E04B-4A8F-BFBB-ECA5BCC36FDB}"/>
              </a:ext>
            </a:extLst>
          </p:cNvPr>
          <p:cNvSpPr>
            <a:spLocks xmlns:a="http://schemas.openxmlformats.org/drawingml/2006/main" noGrp="1"/>
          </p:cNvSpPr>
          <p:nvPr/>
        </p:nvSpPr>
        <p:spPr>
          <a:xfrm xmlns:a="http://schemas.openxmlformats.org/drawingml/2006/main">
            <a:off x="609600" y="31051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GDevelop and AI Dungeon</a:t>
            </a:r>
          </a:p>
        </p:txBody>
      </p:sp>
      <p:sp>
        <p:nvSpPr>
          <p:cNvPr id="9" name="">
            <a:extLst xmlns:a="http://schemas.openxmlformats.org/drawingml/2006/main">
              <a:ext uri="{FF2B5EF4-FFF2-40B4-BE49-F238E27FC236}">
                <a16:creationId xmlns:a16="http://schemas.microsoft.com/office/drawing/2014/main" id="{ACA4D403-0084-4453-8D79-F20B72B45C34}"/>
              </a:ext>
            </a:extLst>
          </p:cNvPr>
          <p:cNvSpPr>
            <a:spLocks xmlns:a="http://schemas.openxmlformats.org/drawingml/2006/main" noGrp="1"/>
          </p:cNvSpPr>
          <p:nvPr/>
        </p:nvSpPr>
        <p:spPr>
          <a:xfrm xmlns:a="http://schemas.openxmlformats.org/drawingml/2006/main">
            <a:off x="609600" y="35433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GDevelop exposes game events and experimental gameplay tests. AI Dungeon supports interactive text narratives.</a:t>
            </a:r>
          </a:p>
        </p:txBody>
      </p:sp>
      <p:sp>
        <p:nvSpPr>
          <p:cNvPr id="10" name="">
            <a:extLst xmlns:a="http://schemas.openxmlformats.org/drawingml/2006/main">
              <a:ext uri="{FF2B5EF4-FFF2-40B4-BE49-F238E27FC236}">
                <a16:creationId xmlns:a16="http://schemas.microsoft.com/office/drawing/2014/main" id="{E16C3210-F7A0-4FC9-BFB2-9E5B47A75623}"/>
              </a:ext>
            </a:extLst>
          </p:cNvPr>
          <p:cNvSpPr>
            <a:spLocks xmlns:a="http://schemas.openxmlformats.org/drawingml/2006/main" noGrp="1"/>
          </p:cNvSpPr>
          <p:nvPr/>
        </p:nvSpPr>
        <p:spPr>
          <a:xfrm xmlns:a="http://schemas.openxmlformats.org/drawingml/2006/main">
            <a:off x="609600" y="44005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Research focus</a:t>
            </a:r>
          </a:p>
        </p:txBody>
      </p:sp>
      <p:sp>
        <p:nvSpPr>
          <p:cNvPr id="11" name="">
            <a:extLst xmlns:a="http://schemas.openxmlformats.org/drawingml/2006/main">
              <a:ext uri="{FF2B5EF4-FFF2-40B4-BE49-F238E27FC236}">
                <a16:creationId xmlns:a16="http://schemas.microsoft.com/office/drawing/2014/main" id="{08DBB208-0100-47E7-83C5-9E8FDF182D1E}"/>
              </a:ext>
            </a:extLst>
          </p:cNvPr>
          <p:cNvSpPr>
            <a:spLocks xmlns:a="http://schemas.openxmlformats.org/drawingml/2006/main" noGrp="1"/>
          </p:cNvSpPr>
          <p:nvPr/>
        </p:nvSpPr>
        <p:spPr>
          <a:xfrm xmlns:a="http://schemas.openxmlformats.org/drawingml/2006/main">
            <a:off x="609600" y="4838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Investigate specification checks, a verified ending and disclosed simplifications together. Comparative advantage remains unmeasured.</a:t>
            </a:r>
          </a:p>
        </p:txBody>
      </p:sp>
    </p:spTree>
    <p:extLst>
      <p:ext uri="{BB962C8B-B14F-4D97-AF65-F5344CB8AC3E}">
        <p14:creationId xmlns:p14="http://schemas.microsoft.com/office/powerpoint/2010/main" val="772013663"/>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AE2F46-D572-475A-9571-C239ECB1285B}"/>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B892A0-FE58-4CC1-80C3-9415C3A321AE}"/>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Preliminary technology alternatives</a:t>
            </a:r>
          </a:p>
        </p:txBody>
      </p:sp>
      <p:sp>
        <p:nvSpPr>
          <p:cNvPr id="3" name="">
            <a:extLst xmlns:a="http://schemas.openxmlformats.org/drawingml/2006/main">
              <a:ext uri="{FF2B5EF4-FFF2-40B4-BE49-F238E27FC236}">
                <a16:creationId xmlns:a16="http://schemas.microsoft.com/office/drawing/2014/main" id="{4A692CC2-41EE-48B3-8CB7-84ECB89D7B8E}"/>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E27F6CF-7B04-4986-AD13-41995AB6048F}"/>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5 Technology / Three decisions with two or three alternatives each</a:t>
            </a:r>
          </a:p>
        </p:txBody>
      </p:sp>
      <p:sp>
        <p:nvSpPr>
          <p:cNvPr id="5" name="">
            <a:extLst xmlns:a="http://schemas.openxmlformats.org/drawingml/2006/main">
              <a:ext uri="{FF2B5EF4-FFF2-40B4-BE49-F238E27FC236}">
                <a16:creationId xmlns:a16="http://schemas.microsoft.com/office/drawing/2014/main" id="{0D1D50DE-523B-4DEB-BC17-0B163E59261A}"/>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05</a:t>
            </a:r>
          </a:p>
        </p:txBody>
      </p:sp>
      <p:sp>
        <p:nvSpPr>
          <p:cNvPr id="6" name="">
            <a:extLst xmlns:a="http://schemas.openxmlformats.org/drawingml/2006/main">
              <a:ext uri="{FF2B5EF4-FFF2-40B4-BE49-F238E27FC236}">
                <a16:creationId xmlns:a16="http://schemas.microsoft.com/office/drawing/2014/main" id="{1B789163-FF54-4C66-BC6E-1D0C5E7E333E}"/>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Server and asynchronous jobs</a:t>
            </a:r>
          </a:p>
        </p:txBody>
      </p:sp>
      <p:sp>
        <p:nvSpPr>
          <p:cNvPr id="7" name="">
            <a:extLst xmlns:a="http://schemas.openxmlformats.org/drawingml/2006/main">
              <a:ext uri="{FF2B5EF4-FFF2-40B4-BE49-F238E27FC236}">
                <a16:creationId xmlns:a16="http://schemas.microsoft.com/office/drawing/2014/main" id="{D85D45B1-CB24-4716-AFDB-30F2C4EB3AB0}"/>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Spring Boot with RabbitMQ or FastAPI with Celery. Durable job handling and team experience guide the choice.</a:t>
            </a:r>
          </a:p>
        </p:txBody>
      </p:sp>
      <p:sp>
        <p:nvSpPr>
          <p:cNvPr id="8" name="">
            <a:extLst xmlns:a="http://schemas.openxmlformats.org/drawingml/2006/main">
              <a:ext uri="{FF2B5EF4-FFF2-40B4-BE49-F238E27FC236}">
                <a16:creationId xmlns:a16="http://schemas.microsoft.com/office/drawing/2014/main" id="{3DF28E29-392D-48A9-8C05-36D62362FD35}"/>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Generation method</a:t>
            </a:r>
          </a:p>
        </p:txBody>
      </p:sp>
      <p:sp>
        <p:nvSpPr>
          <p:cNvPr id="9" name="">
            <a:extLst xmlns:a="http://schemas.openxmlformats.org/drawingml/2006/main">
              <a:ext uri="{FF2B5EF4-FFF2-40B4-BE49-F238E27FC236}">
                <a16:creationId xmlns:a16="http://schemas.microsoft.com/office/drawing/2014/main" id="{EA043C7D-CD6B-41BE-B27F-32C1C96A9BB1}"/>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Direct code, structured game data or templates. Structured data offers a bounded validation path, with less freedom in mechanics.</a:t>
            </a:r>
          </a:p>
        </p:txBody>
      </p:sp>
      <p:sp>
        <p:nvSpPr>
          <p:cNvPr id="10" name="">
            <a:extLst xmlns:a="http://schemas.openxmlformats.org/drawingml/2006/main">
              <a:ext uri="{FF2B5EF4-FFF2-40B4-BE49-F238E27FC236}">
                <a16:creationId xmlns:a16="http://schemas.microsoft.com/office/drawing/2014/main" id="{5CADEE84-2BFB-44D7-B463-8255FB5E3277}"/>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Browser runtime</a:t>
            </a:r>
          </a:p>
        </p:txBody>
      </p:sp>
      <p:sp>
        <p:nvSpPr>
          <p:cNvPr id="11" name="">
            <a:extLst xmlns:a="http://schemas.openxmlformats.org/drawingml/2006/main">
              <a:ext uri="{FF2B5EF4-FFF2-40B4-BE49-F238E27FC236}">
                <a16:creationId xmlns:a16="http://schemas.microsoft.com/office/drawing/2014/main" id="{2682AAC4-3E8E-47B3-90D1-19E27D91E308}"/>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Phaser, PixiJS or Godot web export. A manual action-and-ending prototype will test the proposed Phaser direction.</a:t>
            </a:r>
          </a:p>
        </p:txBody>
      </p:sp>
    </p:spTree>
    <p:extLst>
      <p:ext uri="{BB962C8B-B14F-4D97-AF65-F5344CB8AC3E}">
        <p14:creationId xmlns:p14="http://schemas.microsoft.com/office/powerpoint/2010/main" val="815752433"/>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A2C941-8F31-4EB2-869A-3EAB3364AE2E}"/>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483A5B-9544-4831-AC0C-D8A24F18D217}"/>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Initial requirements and acceptance</a:t>
            </a:r>
          </a:p>
        </p:txBody>
      </p:sp>
      <p:sp>
        <p:nvSpPr>
          <p:cNvPr id="3" name="">
            <a:extLst xmlns:a="http://schemas.openxmlformats.org/drawingml/2006/main">
              <a:ext uri="{FF2B5EF4-FFF2-40B4-BE49-F238E27FC236}">
                <a16:creationId xmlns:a16="http://schemas.microsoft.com/office/drawing/2014/main" id="{A095F2C7-3FAF-4346-A9A0-AE13284CD21E}"/>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2F8DDA-A24E-4F98-9CF1-93B94123D156}"/>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6 Requirements / Priorities and observable acceptance / Survey provenance pending</a:t>
            </a:r>
          </a:p>
        </p:txBody>
      </p:sp>
      <p:sp>
        <p:nvSpPr>
          <p:cNvPr id="5" name="">
            <a:extLst xmlns:a="http://schemas.openxmlformats.org/drawingml/2006/main">
              <a:ext uri="{FF2B5EF4-FFF2-40B4-BE49-F238E27FC236}">
                <a16:creationId xmlns:a16="http://schemas.microsoft.com/office/drawing/2014/main" id="{3966D156-59F1-4925-B660-34B108141C04}"/>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06</a:t>
            </a:r>
          </a:p>
        </p:txBody>
      </p:sp>
      <p:sp>
        <p:nvSpPr>
          <p:cNvPr id="6" name="">
            <a:extLst xmlns:a="http://schemas.openxmlformats.org/drawingml/2006/main">
              <a:ext uri="{FF2B5EF4-FFF2-40B4-BE49-F238E27FC236}">
                <a16:creationId xmlns:a16="http://schemas.microsoft.com/office/drawing/2014/main" id="{62E16C4E-A2DE-4F20-9DF1-E0B538D7D356}"/>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Must: input and generation status</a:t>
            </a:r>
          </a:p>
        </p:txBody>
      </p:sp>
      <p:sp>
        <p:nvSpPr>
          <p:cNvPr id="7" name="">
            <a:extLst xmlns:a="http://schemas.openxmlformats.org/drawingml/2006/main">
              <a:ext uri="{FF2B5EF4-FFF2-40B4-BE49-F238E27FC236}">
                <a16:creationId xmlns:a16="http://schemas.microsoft.com/office/drawing/2014/main" id="{D19D6B66-91A5-49D3-9CBB-31084C06FA0B}"/>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Preserve the story and preferences. Reject incomplete input. Show the recorded state and a useful error when generation fails.</a:t>
            </a:r>
          </a:p>
        </p:txBody>
      </p:sp>
      <p:sp>
        <p:nvSpPr>
          <p:cNvPr id="8" name="">
            <a:extLst xmlns:a="http://schemas.openxmlformats.org/drawingml/2006/main">
              <a:ext uri="{FF2B5EF4-FFF2-40B4-BE49-F238E27FC236}">
                <a16:creationId xmlns:a16="http://schemas.microsoft.com/office/drawing/2014/main" id="{10B3C114-38A9-41E3-B039-3AD338DE0482}"/>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Must: playable and understandable result</a:t>
            </a:r>
          </a:p>
        </p:txBody>
      </p:sp>
      <p:sp>
        <p:nvSpPr>
          <p:cNvPr id="9" name="">
            <a:extLst xmlns:a="http://schemas.openxmlformats.org/drawingml/2006/main">
              <a:ext uri="{FF2B5EF4-FFF2-40B4-BE49-F238E27FC236}">
                <a16:creationId xmlns:a16="http://schemas.microsoft.com/office/drawing/2014/main" id="{A1ED1E61-26A6-4EDF-9AE1-53FE791764CA}"/>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Launch the validated version. Its primary action changes game state, an ending is reachable, and simplifications include reasons.</a:t>
            </a:r>
          </a:p>
        </p:txBody>
      </p:sp>
      <p:sp>
        <p:nvSpPr>
          <p:cNvPr id="10" name="">
            <a:extLst xmlns:a="http://schemas.openxmlformats.org/drawingml/2006/main">
              <a:ext uri="{FF2B5EF4-FFF2-40B4-BE49-F238E27FC236}">
                <a16:creationId xmlns:a16="http://schemas.microsoft.com/office/drawing/2014/main" id="{925CC5D3-F96A-426B-94CA-BBB8354D3135}"/>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Quality requirements</a:t>
            </a:r>
          </a:p>
        </p:txBody>
      </p:sp>
      <p:sp>
        <p:nvSpPr>
          <p:cNvPr id="11" name="">
            <a:extLst xmlns:a="http://schemas.openxmlformats.org/drawingml/2006/main">
              <a:ext uri="{FF2B5EF4-FFF2-40B4-BE49-F238E27FC236}">
                <a16:creationId xmlns:a16="http://schemas.microsoft.com/office/drawing/2014/main" id="{60F42BAA-6D1C-4A97-B90B-3E2F3DC035B5}"/>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Must: reject invalid or unsafe content before publication. Should: support keyboard access and understandable responsive controls.</a:t>
            </a:r>
          </a:p>
        </p:txBody>
      </p:sp>
    </p:spTree>
    <p:extLst>
      <p:ext uri="{BB962C8B-B14F-4D97-AF65-F5344CB8AC3E}">
        <p14:creationId xmlns:p14="http://schemas.microsoft.com/office/powerpoint/2010/main" val="1418321811"/>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7AC0714-4CA7-472D-AEF1-A927D3B214F2}"/>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5D2AEC-02AD-4FE6-AB78-ADABC482691C}"/>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Proposed component architecture</a:t>
            </a:r>
          </a:p>
        </p:txBody>
      </p:sp>
      <p:sp>
        <p:nvSpPr>
          <p:cNvPr id="3" name="">
            <a:extLst xmlns:a="http://schemas.openxmlformats.org/drawingml/2006/main">
              <a:ext uri="{FF2B5EF4-FFF2-40B4-BE49-F238E27FC236}">
                <a16:creationId xmlns:a16="http://schemas.microsoft.com/office/drawing/2014/main" id="{A6E065D2-7988-4CF1-8608-F8D41BD164C5}"/>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07D13CC-EBA4-46A7-ADB0-D70093AD1296}"/>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7 Architecture / Component draft / Context and use cases in appendices</a:t>
            </a:r>
          </a:p>
        </p:txBody>
      </p:sp>
      <p:sp>
        <p:nvSpPr>
          <p:cNvPr id="5" name="">
            <a:extLst xmlns:a="http://schemas.openxmlformats.org/drawingml/2006/main">
              <a:ext uri="{FF2B5EF4-FFF2-40B4-BE49-F238E27FC236}">
                <a16:creationId xmlns:a16="http://schemas.microsoft.com/office/drawing/2014/main" id="{785BDDBF-DEEF-44D2-A1A2-D6ECC7725C78}"/>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07</a:t>
            </a:r>
          </a:p>
        </p:txBody>
      </p:sp>
      <p:sp>
        <p:nvSpPr>
          <p:cNvPr id="6" name="">
            <a:extLst xmlns:a="http://schemas.openxmlformats.org/drawingml/2006/main">
              <a:ext uri="{FF2B5EF4-FFF2-40B4-BE49-F238E27FC236}">
                <a16:creationId xmlns:a16="http://schemas.microsoft.com/office/drawing/2014/main" id="{F0A51420-40C1-4B31-81AE-6E7CE21B60AE}"/>
              </a:ext>
            </a:extLst>
          </p:cNvPr>
          <p:cNvSpPr>
            <a:spLocks xmlns:a="http://schemas.openxmlformats.org/drawingml/2006/main" noGrp="1"/>
          </p:cNvSpPr>
          <p:nvPr/>
        </p:nvSpPr>
        <p:spPr>
          <a:xfrm xmlns:a="http://schemas.openxmlformats.org/drawingml/2006/main">
            <a:off x="609600" y="2000250"/>
            <a:ext cx="3238500" cy="1371600"/>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9165E7-B80A-4081-B277-20E8DC184D79}"/>
              </a:ext>
            </a:extLst>
          </p:cNvPr>
          <p:cNvSpPr>
            <a:spLocks xmlns:a="http://schemas.openxmlformats.org/drawingml/2006/main" noGrp="1"/>
          </p:cNvSpPr>
          <p:nvPr/>
        </p:nvSpPr>
        <p:spPr>
          <a:xfrm xmlns:a="http://schemas.openxmlformats.org/drawingml/2006/main">
            <a:off x="762000" y="2162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buNone/>
              <a:defRPr sz="1725" b="1">
                <a:solidFill>
                  <a:srgbClr val="172C40"/>
                </a:solidFill>
                <a:latin typeface="DejaVu Sans"/>
                <a:ea typeface="DejaVu Sans"/>
                <a:cs typeface="DejaVu Sans"/>
              </a:defRPr>
            </a:lvl1pPr>
            <a:lvl2pPr>
              <a:buNone/>
              <a:defRPr sz="1725" b="1">
                <a:solidFill>
                  <a:srgbClr val="172C40"/>
                </a:solidFill>
                <a:latin typeface="DejaVu Sans"/>
                <a:ea typeface="DejaVu Sans"/>
                <a:cs typeface="DejaVu Sans"/>
              </a:defRPr>
            </a:lvl2pPr>
            <a:lvl3pPr>
              <a:buNone/>
              <a:defRPr sz="1725" b="1">
                <a:solidFill>
                  <a:srgbClr val="172C40"/>
                </a:solidFill>
                <a:latin typeface="DejaVu Sans"/>
                <a:ea typeface="DejaVu Sans"/>
                <a:cs typeface="DejaVu Sans"/>
              </a:defRPr>
            </a:lvl3pPr>
            <a:lvl4pPr>
              <a:buNone/>
              <a:defRPr sz="1725" b="1">
                <a:solidFill>
                  <a:srgbClr val="172C40"/>
                </a:solidFill>
                <a:latin typeface="DejaVu Sans"/>
                <a:ea typeface="DejaVu Sans"/>
                <a:cs typeface="DejaVu Sans"/>
              </a:defRPr>
            </a:lvl4pPr>
            <a:lvl5pPr>
              <a:buNone/>
              <a:defRPr sz="1725" b="1">
                <a:solidFill>
                  <a:srgbClr val="172C40"/>
                </a:solidFill>
                <a:latin typeface="DejaVu Sans"/>
                <a:ea typeface="DejaVu Sans"/>
                <a:cs typeface="DejaVu Sans"/>
              </a:defRPr>
            </a:lvl5pPr>
            <a:lvl6pPr>
              <a:buNone/>
              <a:defRPr sz="1725" b="1">
                <a:solidFill>
                  <a:srgbClr val="172C40"/>
                </a:solidFill>
                <a:latin typeface="DejaVu Sans"/>
                <a:ea typeface="DejaVu Sans"/>
                <a:cs typeface="DejaVu Sans"/>
              </a:defRPr>
            </a:lvl6pPr>
            <a:lvl7pPr>
              <a:buNone/>
              <a:defRPr sz="1725" b="1">
                <a:solidFill>
                  <a:srgbClr val="172C40"/>
                </a:solidFill>
                <a:latin typeface="DejaVu Sans"/>
                <a:ea typeface="DejaVu Sans"/>
                <a:cs typeface="DejaVu Sans"/>
              </a:defRPr>
            </a:lvl7pPr>
            <a:lvl8pPr>
              <a:buNone/>
              <a:defRPr sz="1725" b="1">
                <a:solidFill>
                  <a:srgbClr val="172C40"/>
                </a:solidFill>
                <a:latin typeface="DejaVu Sans"/>
                <a:ea typeface="DejaVu Sans"/>
                <a:cs typeface="DejaVu Sans"/>
              </a:defRPr>
            </a:lvl8pPr>
            <a:lvl9pPr>
              <a:buNone/>
              <a:defRPr sz="1725" b="1">
                <a:solidFill>
                  <a:srgbClr val="172C40"/>
                </a:solidFill>
                <a:latin typeface="DejaVu Sans"/>
                <a:ea typeface="DejaVu Sans"/>
                <a:cs typeface="DejaVu Sans"/>
              </a:defRPr>
            </a:lvl9pPr>
          </a:lstStyle>
          <a:p xmlns:a="http://schemas.openxmlformats.org/drawingml/2006/main">
            <a:pPr>
              <a:buNone/>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Authoring client</a:t>
            </a:r>
          </a:p>
        </p:txBody>
      </p:sp>
      <p:sp>
        <p:nvSpPr>
          <p:cNvPr id="8" name="">
            <a:extLst xmlns:a="http://schemas.openxmlformats.org/drawingml/2006/main">
              <a:ext uri="{FF2B5EF4-FFF2-40B4-BE49-F238E27FC236}">
                <a16:creationId xmlns:a16="http://schemas.microsoft.com/office/drawing/2014/main" id="{2F548246-72C9-44B4-A7CC-7CECE44EF03F}"/>
              </a:ext>
            </a:extLst>
          </p:cNvPr>
          <p:cNvSpPr>
            <a:spLocks xmlns:a="http://schemas.openxmlformats.org/drawingml/2006/main" noGrp="1"/>
          </p:cNvSpPr>
          <p:nvPr/>
        </p:nvSpPr>
        <p:spPr>
          <a:xfrm xmlns:a="http://schemas.openxmlformats.org/drawingml/2006/main">
            <a:off x="762000" y="2638425"/>
            <a:ext cx="2933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72C40"/>
                </a:solidFill>
                <a:latin typeface="DejaVu Sans"/>
                <a:ea typeface="DejaVu Sans"/>
                <a:cs typeface="DejaVu Sans"/>
              </a:defRPr>
            </a:defPPr>
            <a:lvl1pPr>
              <a:buNone/>
              <a:defRPr sz="1500" b="0">
                <a:solidFill>
                  <a:srgbClr val="172C40"/>
                </a:solidFill>
                <a:latin typeface="DejaVu Sans"/>
                <a:ea typeface="DejaVu Sans"/>
                <a:cs typeface="DejaVu Sans"/>
              </a:defRPr>
            </a:lvl1pPr>
            <a:lvl2pPr>
              <a:buNone/>
              <a:defRPr sz="1500" b="0">
                <a:solidFill>
                  <a:srgbClr val="172C40"/>
                </a:solidFill>
                <a:latin typeface="DejaVu Sans"/>
                <a:ea typeface="DejaVu Sans"/>
                <a:cs typeface="DejaVu Sans"/>
              </a:defRPr>
            </a:lvl2pPr>
            <a:lvl3pPr>
              <a:buNone/>
              <a:defRPr sz="1500" b="0">
                <a:solidFill>
                  <a:srgbClr val="172C40"/>
                </a:solidFill>
                <a:latin typeface="DejaVu Sans"/>
                <a:ea typeface="DejaVu Sans"/>
                <a:cs typeface="DejaVu Sans"/>
              </a:defRPr>
            </a:lvl3pPr>
            <a:lvl4pPr>
              <a:buNone/>
              <a:defRPr sz="1500" b="0">
                <a:solidFill>
                  <a:srgbClr val="172C40"/>
                </a:solidFill>
                <a:latin typeface="DejaVu Sans"/>
                <a:ea typeface="DejaVu Sans"/>
                <a:cs typeface="DejaVu Sans"/>
              </a:defRPr>
            </a:lvl4pPr>
            <a:lvl5pPr>
              <a:buNone/>
              <a:defRPr sz="1500" b="0">
                <a:solidFill>
                  <a:srgbClr val="172C40"/>
                </a:solidFill>
                <a:latin typeface="DejaVu Sans"/>
                <a:ea typeface="DejaVu Sans"/>
                <a:cs typeface="DejaVu Sans"/>
              </a:defRPr>
            </a:lvl5pPr>
            <a:lvl6pPr>
              <a:buNone/>
              <a:defRPr sz="1500" b="0">
                <a:solidFill>
                  <a:srgbClr val="172C40"/>
                </a:solidFill>
                <a:latin typeface="DejaVu Sans"/>
                <a:ea typeface="DejaVu Sans"/>
                <a:cs typeface="DejaVu Sans"/>
              </a:defRPr>
            </a:lvl6pPr>
            <a:lvl7pPr>
              <a:buNone/>
              <a:defRPr sz="1500" b="0">
                <a:solidFill>
                  <a:srgbClr val="172C40"/>
                </a:solidFill>
                <a:latin typeface="DejaVu Sans"/>
                <a:ea typeface="DejaVu Sans"/>
                <a:cs typeface="DejaVu Sans"/>
              </a:defRPr>
            </a:lvl7pPr>
            <a:lvl8pPr>
              <a:buNone/>
              <a:defRPr sz="1500" b="0">
                <a:solidFill>
                  <a:srgbClr val="172C40"/>
                </a:solidFill>
                <a:latin typeface="DejaVu Sans"/>
                <a:ea typeface="DejaVu Sans"/>
                <a:cs typeface="DejaVu Sans"/>
              </a:defRPr>
            </a:lvl8pPr>
            <a:lvl9pPr>
              <a:buNone/>
              <a:defRPr sz="1500" b="0">
                <a:solidFill>
                  <a:srgbClr val="172C40"/>
                </a:solidFill>
                <a:latin typeface="DejaVu Sans"/>
                <a:ea typeface="DejaVu Sans"/>
                <a:cs typeface="DejaVu Sans"/>
              </a:defRPr>
            </a:lvl9pPr>
          </a:lstStyle>
          <a:p xmlns:a="http://schemas.openxmlformats.org/drawingml/2006/main">
            <a:pPr>
              <a:buNone/>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Story, preferences, status</a:t>
            </a:r>
          </a:p>
          <a:p xmlns:a="http://schemas.openxmlformats.org/drawingml/2006/main">
            <a:pPr>
              <a:buNone/>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results and version history</a:t>
            </a:r>
          </a:p>
        </p:txBody>
      </p:sp>
      <p:sp>
        <p:nvSpPr>
          <p:cNvPr id="9" name="">
            <a:extLst xmlns:a="http://schemas.openxmlformats.org/drawingml/2006/main">
              <a:ext uri="{FF2B5EF4-FFF2-40B4-BE49-F238E27FC236}">
                <a16:creationId xmlns:a16="http://schemas.microsoft.com/office/drawing/2014/main" id="{5317D4CC-C044-44AD-8B41-8ABBA92D5770}"/>
              </a:ext>
            </a:extLst>
          </p:cNvPr>
          <p:cNvSpPr>
            <a:spLocks xmlns:a="http://schemas.openxmlformats.org/drawingml/2006/main" noGrp="1"/>
          </p:cNvSpPr>
          <p:nvPr/>
        </p:nvSpPr>
        <p:spPr>
          <a:xfrm xmlns:a="http://schemas.openxmlformats.org/drawingml/2006/main">
            <a:off x="4476750" y="2000250"/>
            <a:ext cx="3238500" cy="1371600"/>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BC02C18-EA5D-47F0-9856-DCF889D91A1E}"/>
              </a:ext>
            </a:extLst>
          </p:cNvPr>
          <p:cNvSpPr>
            <a:spLocks xmlns:a="http://schemas.openxmlformats.org/drawingml/2006/main" noGrp="1"/>
          </p:cNvSpPr>
          <p:nvPr/>
        </p:nvSpPr>
        <p:spPr>
          <a:xfrm xmlns:a="http://schemas.openxmlformats.org/drawingml/2006/main">
            <a:off x="4629150" y="2162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buNone/>
              <a:defRPr sz="1725" b="1">
                <a:solidFill>
                  <a:srgbClr val="172C40"/>
                </a:solidFill>
                <a:latin typeface="DejaVu Sans"/>
                <a:ea typeface="DejaVu Sans"/>
                <a:cs typeface="DejaVu Sans"/>
              </a:defRPr>
            </a:lvl1pPr>
            <a:lvl2pPr>
              <a:buNone/>
              <a:defRPr sz="1725" b="1">
                <a:solidFill>
                  <a:srgbClr val="172C40"/>
                </a:solidFill>
                <a:latin typeface="DejaVu Sans"/>
                <a:ea typeface="DejaVu Sans"/>
                <a:cs typeface="DejaVu Sans"/>
              </a:defRPr>
            </a:lvl2pPr>
            <a:lvl3pPr>
              <a:buNone/>
              <a:defRPr sz="1725" b="1">
                <a:solidFill>
                  <a:srgbClr val="172C40"/>
                </a:solidFill>
                <a:latin typeface="DejaVu Sans"/>
                <a:ea typeface="DejaVu Sans"/>
                <a:cs typeface="DejaVu Sans"/>
              </a:defRPr>
            </a:lvl3pPr>
            <a:lvl4pPr>
              <a:buNone/>
              <a:defRPr sz="1725" b="1">
                <a:solidFill>
                  <a:srgbClr val="172C40"/>
                </a:solidFill>
                <a:latin typeface="DejaVu Sans"/>
                <a:ea typeface="DejaVu Sans"/>
                <a:cs typeface="DejaVu Sans"/>
              </a:defRPr>
            </a:lvl4pPr>
            <a:lvl5pPr>
              <a:buNone/>
              <a:defRPr sz="1725" b="1">
                <a:solidFill>
                  <a:srgbClr val="172C40"/>
                </a:solidFill>
                <a:latin typeface="DejaVu Sans"/>
                <a:ea typeface="DejaVu Sans"/>
                <a:cs typeface="DejaVu Sans"/>
              </a:defRPr>
            </a:lvl5pPr>
            <a:lvl6pPr>
              <a:buNone/>
              <a:defRPr sz="1725" b="1">
                <a:solidFill>
                  <a:srgbClr val="172C40"/>
                </a:solidFill>
                <a:latin typeface="DejaVu Sans"/>
                <a:ea typeface="DejaVu Sans"/>
                <a:cs typeface="DejaVu Sans"/>
              </a:defRPr>
            </a:lvl6pPr>
            <a:lvl7pPr>
              <a:buNone/>
              <a:defRPr sz="1725" b="1">
                <a:solidFill>
                  <a:srgbClr val="172C40"/>
                </a:solidFill>
                <a:latin typeface="DejaVu Sans"/>
                <a:ea typeface="DejaVu Sans"/>
                <a:cs typeface="DejaVu Sans"/>
              </a:defRPr>
            </a:lvl7pPr>
            <a:lvl8pPr>
              <a:buNone/>
              <a:defRPr sz="1725" b="1">
                <a:solidFill>
                  <a:srgbClr val="172C40"/>
                </a:solidFill>
                <a:latin typeface="DejaVu Sans"/>
                <a:ea typeface="DejaVu Sans"/>
                <a:cs typeface="DejaVu Sans"/>
              </a:defRPr>
            </a:lvl8pPr>
            <a:lvl9pPr>
              <a:buNone/>
              <a:defRPr sz="1725" b="1">
                <a:solidFill>
                  <a:srgbClr val="172C40"/>
                </a:solidFill>
                <a:latin typeface="DejaVu Sans"/>
                <a:ea typeface="DejaVu Sans"/>
                <a:cs typeface="DejaVu Sans"/>
              </a:defRPr>
            </a:lvl9pPr>
          </a:lstStyle>
          <a:p xmlns:a="http://schemas.openxmlformats.org/drawingml/2006/main">
            <a:pPr>
              <a:buNone/>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Platform API and jobs</a:t>
            </a:r>
          </a:p>
        </p:txBody>
      </p:sp>
      <p:sp>
        <p:nvSpPr>
          <p:cNvPr id="11" name="">
            <a:extLst xmlns:a="http://schemas.openxmlformats.org/drawingml/2006/main">
              <a:ext uri="{FF2B5EF4-FFF2-40B4-BE49-F238E27FC236}">
                <a16:creationId xmlns:a16="http://schemas.microsoft.com/office/drawing/2014/main" id="{F691783C-F233-4E2F-B9AD-A92AF69A8908}"/>
              </a:ext>
            </a:extLst>
          </p:cNvPr>
          <p:cNvSpPr>
            <a:spLocks xmlns:a="http://schemas.openxmlformats.org/drawingml/2006/main" noGrp="1"/>
          </p:cNvSpPr>
          <p:nvPr/>
        </p:nvSpPr>
        <p:spPr>
          <a:xfrm xmlns:a="http://schemas.openxmlformats.org/drawingml/2006/main">
            <a:off x="4629150" y="2638425"/>
            <a:ext cx="2933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72C40"/>
                </a:solidFill>
                <a:latin typeface="DejaVu Sans"/>
                <a:ea typeface="DejaVu Sans"/>
                <a:cs typeface="DejaVu Sans"/>
              </a:defRPr>
            </a:defPPr>
            <a:lvl1pPr>
              <a:buNone/>
              <a:defRPr sz="1500" b="0">
                <a:solidFill>
                  <a:srgbClr val="172C40"/>
                </a:solidFill>
                <a:latin typeface="DejaVu Sans"/>
                <a:ea typeface="DejaVu Sans"/>
                <a:cs typeface="DejaVu Sans"/>
              </a:defRPr>
            </a:lvl1pPr>
            <a:lvl2pPr>
              <a:buNone/>
              <a:defRPr sz="1500" b="0">
                <a:solidFill>
                  <a:srgbClr val="172C40"/>
                </a:solidFill>
                <a:latin typeface="DejaVu Sans"/>
                <a:ea typeface="DejaVu Sans"/>
                <a:cs typeface="DejaVu Sans"/>
              </a:defRPr>
            </a:lvl2pPr>
            <a:lvl3pPr>
              <a:buNone/>
              <a:defRPr sz="1500" b="0">
                <a:solidFill>
                  <a:srgbClr val="172C40"/>
                </a:solidFill>
                <a:latin typeface="DejaVu Sans"/>
                <a:ea typeface="DejaVu Sans"/>
                <a:cs typeface="DejaVu Sans"/>
              </a:defRPr>
            </a:lvl3pPr>
            <a:lvl4pPr>
              <a:buNone/>
              <a:defRPr sz="1500" b="0">
                <a:solidFill>
                  <a:srgbClr val="172C40"/>
                </a:solidFill>
                <a:latin typeface="DejaVu Sans"/>
                <a:ea typeface="DejaVu Sans"/>
                <a:cs typeface="DejaVu Sans"/>
              </a:defRPr>
            </a:lvl4pPr>
            <a:lvl5pPr>
              <a:buNone/>
              <a:defRPr sz="1500" b="0">
                <a:solidFill>
                  <a:srgbClr val="172C40"/>
                </a:solidFill>
                <a:latin typeface="DejaVu Sans"/>
                <a:ea typeface="DejaVu Sans"/>
                <a:cs typeface="DejaVu Sans"/>
              </a:defRPr>
            </a:lvl5pPr>
            <a:lvl6pPr>
              <a:buNone/>
              <a:defRPr sz="1500" b="0">
                <a:solidFill>
                  <a:srgbClr val="172C40"/>
                </a:solidFill>
                <a:latin typeface="DejaVu Sans"/>
                <a:ea typeface="DejaVu Sans"/>
                <a:cs typeface="DejaVu Sans"/>
              </a:defRPr>
            </a:lvl6pPr>
            <a:lvl7pPr>
              <a:buNone/>
              <a:defRPr sz="1500" b="0">
                <a:solidFill>
                  <a:srgbClr val="172C40"/>
                </a:solidFill>
                <a:latin typeface="DejaVu Sans"/>
                <a:ea typeface="DejaVu Sans"/>
                <a:cs typeface="DejaVu Sans"/>
              </a:defRPr>
            </a:lvl7pPr>
            <a:lvl8pPr>
              <a:buNone/>
              <a:defRPr sz="1500" b="0">
                <a:solidFill>
                  <a:srgbClr val="172C40"/>
                </a:solidFill>
                <a:latin typeface="DejaVu Sans"/>
                <a:ea typeface="DejaVu Sans"/>
                <a:cs typeface="DejaVu Sans"/>
              </a:defRPr>
            </a:lvl8pPr>
            <a:lvl9pPr>
              <a:buNone/>
              <a:defRPr sz="1500" b="0">
                <a:solidFill>
                  <a:srgbClr val="172C40"/>
                </a:solidFill>
                <a:latin typeface="DejaVu Sans"/>
                <a:ea typeface="DejaVu Sans"/>
                <a:cs typeface="DejaVu Sans"/>
              </a:defRPr>
            </a:lvl9pPr>
          </a:lstStyle>
          <a:p xmlns:a="http://schemas.openxmlformats.org/drawingml/2006/main">
            <a:pPr>
              <a:buNone/>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Project/version records</a:t>
            </a:r>
          </a:p>
          <a:p xmlns:a="http://schemas.openxmlformats.org/drawingml/2006/main">
            <a:pPr>
              <a:buNone/>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queue and artifact delivery</a:t>
            </a:r>
          </a:p>
        </p:txBody>
      </p:sp>
      <p:sp>
        <p:nvSpPr>
          <p:cNvPr id="12" name="">
            <a:extLst xmlns:a="http://schemas.openxmlformats.org/drawingml/2006/main">
              <a:ext uri="{FF2B5EF4-FFF2-40B4-BE49-F238E27FC236}">
                <a16:creationId xmlns:a16="http://schemas.microsoft.com/office/drawing/2014/main" id="{44792F41-7981-4700-B493-8B9DD40D09D0}"/>
              </a:ext>
            </a:extLst>
          </p:cNvPr>
          <p:cNvSpPr>
            <a:spLocks xmlns:a="http://schemas.openxmlformats.org/drawingml/2006/main" noGrp="1"/>
          </p:cNvSpPr>
          <p:nvPr/>
        </p:nvSpPr>
        <p:spPr>
          <a:xfrm xmlns:a="http://schemas.openxmlformats.org/drawingml/2006/main">
            <a:off x="8343900" y="2000250"/>
            <a:ext cx="3238500" cy="1371600"/>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B9796C3-39C3-40CA-BEBD-37E31AEE97D3}"/>
              </a:ext>
            </a:extLst>
          </p:cNvPr>
          <p:cNvSpPr>
            <a:spLocks xmlns:a="http://schemas.openxmlformats.org/drawingml/2006/main" noGrp="1"/>
          </p:cNvSpPr>
          <p:nvPr/>
        </p:nvSpPr>
        <p:spPr>
          <a:xfrm xmlns:a="http://schemas.openxmlformats.org/drawingml/2006/main">
            <a:off x="8496300" y="2162175"/>
            <a:ext cx="2933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buNone/>
              <a:defRPr sz="1725" b="1">
                <a:solidFill>
                  <a:srgbClr val="172C40"/>
                </a:solidFill>
                <a:latin typeface="DejaVu Sans"/>
                <a:ea typeface="DejaVu Sans"/>
                <a:cs typeface="DejaVu Sans"/>
              </a:defRPr>
            </a:lvl1pPr>
            <a:lvl2pPr>
              <a:buNone/>
              <a:defRPr sz="1725" b="1">
                <a:solidFill>
                  <a:srgbClr val="172C40"/>
                </a:solidFill>
                <a:latin typeface="DejaVu Sans"/>
                <a:ea typeface="DejaVu Sans"/>
                <a:cs typeface="DejaVu Sans"/>
              </a:defRPr>
            </a:lvl2pPr>
            <a:lvl3pPr>
              <a:buNone/>
              <a:defRPr sz="1725" b="1">
                <a:solidFill>
                  <a:srgbClr val="172C40"/>
                </a:solidFill>
                <a:latin typeface="DejaVu Sans"/>
                <a:ea typeface="DejaVu Sans"/>
                <a:cs typeface="DejaVu Sans"/>
              </a:defRPr>
            </a:lvl3pPr>
            <a:lvl4pPr>
              <a:buNone/>
              <a:defRPr sz="1725" b="1">
                <a:solidFill>
                  <a:srgbClr val="172C40"/>
                </a:solidFill>
                <a:latin typeface="DejaVu Sans"/>
                <a:ea typeface="DejaVu Sans"/>
                <a:cs typeface="DejaVu Sans"/>
              </a:defRPr>
            </a:lvl4pPr>
            <a:lvl5pPr>
              <a:buNone/>
              <a:defRPr sz="1725" b="1">
                <a:solidFill>
                  <a:srgbClr val="172C40"/>
                </a:solidFill>
                <a:latin typeface="DejaVu Sans"/>
                <a:ea typeface="DejaVu Sans"/>
                <a:cs typeface="DejaVu Sans"/>
              </a:defRPr>
            </a:lvl5pPr>
            <a:lvl6pPr>
              <a:buNone/>
              <a:defRPr sz="1725" b="1">
                <a:solidFill>
                  <a:srgbClr val="172C40"/>
                </a:solidFill>
                <a:latin typeface="DejaVu Sans"/>
                <a:ea typeface="DejaVu Sans"/>
                <a:cs typeface="DejaVu Sans"/>
              </a:defRPr>
            </a:lvl6pPr>
            <a:lvl7pPr>
              <a:buNone/>
              <a:defRPr sz="1725" b="1">
                <a:solidFill>
                  <a:srgbClr val="172C40"/>
                </a:solidFill>
                <a:latin typeface="DejaVu Sans"/>
                <a:ea typeface="DejaVu Sans"/>
                <a:cs typeface="DejaVu Sans"/>
              </a:defRPr>
            </a:lvl7pPr>
            <a:lvl8pPr>
              <a:buNone/>
              <a:defRPr sz="1725" b="1">
                <a:solidFill>
                  <a:srgbClr val="172C40"/>
                </a:solidFill>
                <a:latin typeface="DejaVu Sans"/>
                <a:ea typeface="DejaVu Sans"/>
                <a:cs typeface="DejaVu Sans"/>
              </a:defRPr>
            </a:lvl8pPr>
            <a:lvl9pPr>
              <a:buNone/>
              <a:defRPr sz="1725" b="1">
                <a:solidFill>
                  <a:srgbClr val="172C40"/>
                </a:solidFill>
                <a:latin typeface="DejaVu Sans"/>
                <a:ea typeface="DejaVu Sans"/>
                <a:cs typeface="DejaVu Sans"/>
              </a:defRPr>
            </a:lvl9pPr>
          </a:lstStyle>
          <a:p xmlns:a="http://schemas.openxmlformats.org/drawingml/2006/main">
            <a:pPr>
              <a:buNone/>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Generation worker</a:t>
            </a:r>
          </a:p>
        </p:txBody>
      </p:sp>
      <p:sp>
        <p:nvSpPr>
          <p:cNvPr id="14" name="">
            <a:extLst xmlns:a="http://schemas.openxmlformats.org/drawingml/2006/main">
              <a:ext uri="{FF2B5EF4-FFF2-40B4-BE49-F238E27FC236}">
                <a16:creationId xmlns:a16="http://schemas.microsoft.com/office/drawing/2014/main" id="{CF108FB2-ECD7-4D96-98E7-E15D1E848807}"/>
              </a:ext>
            </a:extLst>
          </p:cNvPr>
          <p:cNvSpPr>
            <a:spLocks xmlns:a="http://schemas.openxmlformats.org/drawingml/2006/main" noGrp="1"/>
          </p:cNvSpPr>
          <p:nvPr/>
        </p:nvSpPr>
        <p:spPr>
          <a:xfrm xmlns:a="http://schemas.openxmlformats.org/drawingml/2006/main">
            <a:off x="8496300" y="2638425"/>
            <a:ext cx="2933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172C40"/>
                </a:solidFill>
                <a:latin typeface="DejaVu Sans"/>
                <a:ea typeface="DejaVu Sans"/>
                <a:cs typeface="DejaVu Sans"/>
              </a:defRPr>
            </a:defPPr>
            <a:lvl1pPr>
              <a:buNone/>
              <a:defRPr sz="1500" b="0">
                <a:solidFill>
                  <a:srgbClr val="172C40"/>
                </a:solidFill>
                <a:latin typeface="DejaVu Sans"/>
                <a:ea typeface="DejaVu Sans"/>
                <a:cs typeface="DejaVu Sans"/>
              </a:defRPr>
            </a:lvl1pPr>
            <a:lvl2pPr>
              <a:buNone/>
              <a:defRPr sz="1500" b="0">
                <a:solidFill>
                  <a:srgbClr val="172C40"/>
                </a:solidFill>
                <a:latin typeface="DejaVu Sans"/>
                <a:ea typeface="DejaVu Sans"/>
                <a:cs typeface="DejaVu Sans"/>
              </a:defRPr>
            </a:lvl2pPr>
            <a:lvl3pPr>
              <a:buNone/>
              <a:defRPr sz="1500" b="0">
                <a:solidFill>
                  <a:srgbClr val="172C40"/>
                </a:solidFill>
                <a:latin typeface="DejaVu Sans"/>
                <a:ea typeface="DejaVu Sans"/>
                <a:cs typeface="DejaVu Sans"/>
              </a:defRPr>
            </a:lvl3pPr>
            <a:lvl4pPr>
              <a:buNone/>
              <a:defRPr sz="1500" b="0">
                <a:solidFill>
                  <a:srgbClr val="172C40"/>
                </a:solidFill>
                <a:latin typeface="DejaVu Sans"/>
                <a:ea typeface="DejaVu Sans"/>
                <a:cs typeface="DejaVu Sans"/>
              </a:defRPr>
            </a:lvl4pPr>
            <a:lvl5pPr>
              <a:buNone/>
              <a:defRPr sz="1500" b="0">
                <a:solidFill>
                  <a:srgbClr val="172C40"/>
                </a:solidFill>
                <a:latin typeface="DejaVu Sans"/>
                <a:ea typeface="DejaVu Sans"/>
                <a:cs typeface="DejaVu Sans"/>
              </a:defRPr>
            </a:lvl5pPr>
            <a:lvl6pPr>
              <a:buNone/>
              <a:defRPr sz="1500" b="0">
                <a:solidFill>
                  <a:srgbClr val="172C40"/>
                </a:solidFill>
                <a:latin typeface="DejaVu Sans"/>
                <a:ea typeface="DejaVu Sans"/>
                <a:cs typeface="DejaVu Sans"/>
              </a:defRPr>
            </a:lvl6pPr>
            <a:lvl7pPr>
              <a:buNone/>
              <a:defRPr sz="1500" b="0">
                <a:solidFill>
                  <a:srgbClr val="172C40"/>
                </a:solidFill>
                <a:latin typeface="DejaVu Sans"/>
                <a:ea typeface="DejaVu Sans"/>
                <a:cs typeface="DejaVu Sans"/>
              </a:defRPr>
            </a:lvl7pPr>
            <a:lvl8pPr>
              <a:buNone/>
              <a:defRPr sz="1500" b="0">
                <a:solidFill>
                  <a:srgbClr val="172C40"/>
                </a:solidFill>
                <a:latin typeface="DejaVu Sans"/>
                <a:ea typeface="DejaVu Sans"/>
                <a:cs typeface="DejaVu Sans"/>
              </a:defRPr>
            </a:lvl8pPr>
            <a:lvl9pPr>
              <a:buNone/>
              <a:defRPr sz="1500" b="0">
                <a:solidFill>
                  <a:srgbClr val="172C40"/>
                </a:solidFill>
                <a:latin typeface="DejaVu Sans"/>
                <a:ea typeface="DejaVu Sans"/>
                <a:cs typeface="DejaVu Sans"/>
              </a:defRPr>
            </a:lvl9pPr>
          </a:lstStyle>
          <a:p xmlns:a="http://schemas.openxmlformats.org/drawingml/2006/main">
            <a:pPr>
              <a:buNone/>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Intent and specification</a:t>
            </a:r>
          </a:p>
          <a:p xmlns:a="http://schemas.openxmlformats.org/drawingml/2006/main">
            <a:pPr>
              <a:buNone/>
              <a:defRPr sz="1500" b="0">
                <a:solidFill>
                  <a:srgbClr val="172C40"/>
                </a:solidFill>
                <a:latin typeface="DejaVu Sans"/>
                <a:ea typeface="DejaVu Sans"/>
                <a:cs typeface="DejaVu Sans"/>
              </a:defRPr>
            </a:pPr>
            <a:r>
              <a:rPr sz="1500" b="0">
                <a:solidFill>
                  <a:srgbClr val="172C40"/>
                </a:solidFill>
                <a:latin typeface="DejaVu Sans"/>
                <a:ea typeface="DejaVu Sans"/>
                <a:cs typeface="DejaVu Sans"/>
              </a:rPr>
              <a:t>validation and bounded repair</a:t>
            </a:r>
          </a:p>
        </p:txBody>
      </p:sp>
      <p:sp>
        <p:nvSpPr>
          <p:cNvPr id="15" name="">
            <a:extLst xmlns:a="http://schemas.openxmlformats.org/drawingml/2006/main">
              <a:ext uri="{FF2B5EF4-FFF2-40B4-BE49-F238E27FC236}">
                <a16:creationId xmlns:a16="http://schemas.microsoft.com/office/drawing/2014/main" id="{A4DCEC99-77BF-44CC-95CA-A4E914E7B0FC}"/>
              </a:ext>
            </a:extLst>
          </p:cNvPr>
          <p:cNvSpPr>
            <a:spLocks xmlns:a="http://schemas.openxmlformats.org/drawingml/2006/main" noGrp="1"/>
          </p:cNvSpPr>
          <p:nvPr/>
        </p:nvSpPr>
        <p:spPr>
          <a:xfrm xmlns:a="http://schemas.openxmlformats.org/drawingml/2006/main">
            <a:off x="3848100" y="2647950"/>
            <a:ext cx="628650" cy="2857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2FBFB53-CE9D-4708-B102-CFCAD4FD5D77}"/>
              </a:ext>
            </a:extLst>
          </p:cNvPr>
          <p:cNvSpPr>
            <a:spLocks xmlns:a="http://schemas.openxmlformats.org/drawingml/2006/main" noGrp="1"/>
          </p:cNvSpPr>
          <p:nvPr/>
        </p:nvSpPr>
        <p:spPr>
          <a:xfrm xmlns:a="http://schemas.openxmlformats.org/drawingml/2006/main">
            <a:off x="7715250" y="2647950"/>
            <a:ext cx="628650" cy="2857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08C2F6B-CFA5-44ED-BEAB-6F3F46B6ED77}"/>
              </a:ext>
            </a:extLst>
          </p:cNvPr>
          <p:cNvSpPr>
            <a:spLocks xmlns:a="http://schemas.openxmlformats.org/drawingml/2006/main" noGrp="1"/>
          </p:cNvSpPr>
          <p:nvPr/>
        </p:nvSpPr>
        <p:spPr>
          <a:xfrm xmlns:a="http://schemas.openxmlformats.org/drawingml/2006/main">
            <a:off x="4086225" y="355282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E6478"/>
                </a:solidFill>
                <a:latin typeface="DejaVu Sans"/>
                <a:ea typeface="DejaVu Sans"/>
                <a:cs typeface="DejaVu Sans"/>
              </a:defRPr>
            </a:defPPr>
            <a:lvl1pPr>
              <a:buNone/>
              <a:defRPr sz="1650" b="1">
                <a:solidFill>
                  <a:srgbClr val="2E6478"/>
                </a:solidFill>
                <a:latin typeface="DejaVu Sans"/>
                <a:ea typeface="DejaVu Sans"/>
                <a:cs typeface="DejaVu Sans"/>
              </a:defRPr>
            </a:lvl1pPr>
            <a:lvl2pPr>
              <a:buNone/>
              <a:defRPr sz="1650" b="1">
                <a:solidFill>
                  <a:srgbClr val="2E6478"/>
                </a:solidFill>
                <a:latin typeface="DejaVu Sans"/>
                <a:ea typeface="DejaVu Sans"/>
                <a:cs typeface="DejaVu Sans"/>
              </a:defRPr>
            </a:lvl2pPr>
            <a:lvl3pPr>
              <a:buNone/>
              <a:defRPr sz="1650" b="1">
                <a:solidFill>
                  <a:srgbClr val="2E6478"/>
                </a:solidFill>
                <a:latin typeface="DejaVu Sans"/>
                <a:ea typeface="DejaVu Sans"/>
                <a:cs typeface="DejaVu Sans"/>
              </a:defRPr>
            </a:lvl3pPr>
            <a:lvl4pPr>
              <a:buNone/>
              <a:defRPr sz="1650" b="1">
                <a:solidFill>
                  <a:srgbClr val="2E6478"/>
                </a:solidFill>
                <a:latin typeface="DejaVu Sans"/>
                <a:ea typeface="DejaVu Sans"/>
                <a:cs typeface="DejaVu Sans"/>
              </a:defRPr>
            </a:lvl4pPr>
            <a:lvl5pPr>
              <a:buNone/>
              <a:defRPr sz="1650" b="1">
                <a:solidFill>
                  <a:srgbClr val="2E6478"/>
                </a:solidFill>
                <a:latin typeface="DejaVu Sans"/>
                <a:ea typeface="DejaVu Sans"/>
                <a:cs typeface="DejaVu Sans"/>
              </a:defRPr>
            </a:lvl5pPr>
            <a:lvl6pPr>
              <a:buNone/>
              <a:defRPr sz="1650" b="1">
                <a:solidFill>
                  <a:srgbClr val="2E6478"/>
                </a:solidFill>
                <a:latin typeface="DejaVu Sans"/>
                <a:ea typeface="DejaVu Sans"/>
                <a:cs typeface="DejaVu Sans"/>
              </a:defRPr>
            </a:lvl6pPr>
            <a:lvl7pPr>
              <a:buNone/>
              <a:defRPr sz="1650" b="1">
                <a:solidFill>
                  <a:srgbClr val="2E6478"/>
                </a:solidFill>
                <a:latin typeface="DejaVu Sans"/>
                <a:ea typeface="DejaVu Sans"/>
                <a:cs typeface="DejaVu Sans"/>
              </a:defRPr>
            </a:lvl7pPr>
            <a:lvl8pPr>
              <a:buNone/>
              <a:defRPr sz="1650" b="1">
                <a:solidFill>
                  <a:srgbClr val="2E6478"/>
                </a:solidFill>
                <a:latin typeface="DejaVu Sans"/>
                <a:ea typeface="DejaVu Sans"/>
                <a:cs typeface="DejaVu Sans"/>
              </a:defRPr>
            </a:lvl8pPr>
            <a:lvl9pPr>
              <a:buNone/>
              <a:defRPr sz="1650" b="1">
                <a:solidFill>
                  <a:srgbClr val="2E6478"/>
                </a:solidFill>
                <a:latin typeface="DejaVu Sans"/>
                <a:ea typeface="DejaVu Sans"/>
                <a:cs typeface="DejaVu Sans"/>
              </a:defRPr>
            </a:lvl9pPr>
          </a:lstStyle>
          <a:p xmlns:a="http://schemas.openxmlformats.org/drawingml/2006/main">
            <a:pPr>
              <a:buNone/>
              <a:defRPr sz="1650" b="1">
                <a:solidFill>
                  <a:srgbClr val="2E6478"/>
                </a:solidFill>
                <a:latin typeface="DejaVu Sans"/>
                <a:ea typeface="DejaVu Sans"/>
                <a:cs typeface="DejaVu Sans"/>
              </a:defRPr>
            </a:pPr>
            <a:r>
              <a:rPr sz="1650" b="1">
                <a:solidFill>
                  <a:srgbClr val="2E6478"/>
                </a:solidFill>
                <a:latin typeface="DejaVu Sans"/>
                <a:ea typeface="DejaVu Sans"/>
                <a:cs typeface="DejaVu Sans"/>
              </a:rPr>
              <a:t>Versioned data and job status</a:t>
            </a:r>
          </a:p>
        </p:txBody>
      </p:sp>
      <p:sp>
        <p:nvSpPr>
          <p:cNvPr id="18" name="">
            <a:extLst xmlns:a="http://schemas.openxmlformats.org/drawingml/2006/main">
              <a:ext uri="{FF2B5EF4-FFF2-40B4-BE49-F238E27FC236}">
                <a16:creationId xmlns:a16="http://schemas.microsoft.com/office/drawing/2014/main" id="{BED14C17-ED47-4970-A351-EFF4D475FB1E}"/>
              </a:ext>
            </a:extLst>
          </p:cNvPr>
          <p:cNvSpPr>
            <a:spLocks xmlns:a="http://schemas.openxmlformats.org/drawingml/2006/main" noGrp="1"/>
          </p:cNvSpPr>
          <p:nvPr/>
        </p:nvSpPr>
        <p:spPr>
          <a:xfrm xmlns:a="http://schemas.openxmlformats.org/drawingml/2006/main">
            <a:off x="609600" y="4191000"/>
            <a:ext cx="10972800" cy="1190625"/>
          </a:xfrm>
          <a:prstGeom xmlns:a="http://schemas.openxmlformats.org/drawingml/2006/main" prst="rect">
            <a:avLst/>
          </a:prstGeom>
          <a:solidFill xmlns:a="http://schemas.openxmlformats.org/drawingml/2006/main">
            <a:srgbClr val="E7EE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EF70BA-023F-445A-85D2-7482465F6FCC}"/>
              </a:ext>
            </a:extLst>
          </p:cNvPr>
          <p:cNvSpPr>
            <a:spLocks xmlns:a="http://schemas.openxmlformats.org/drawingml/2006/main" noGrp="1"/>
          </p:cNvSpPr>
          <p:nvPr/>
        </p:nvSpPr>
        <p:spPr>
          <a:xfrm xmlns:a="http://schemas.openxmlformats.org/drawingml/2006/main">
            <a:off x="781050" y="43243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C40"/>
                </a:solidFill>
                <a:latin typeface="DejaVu Sans"/>
                <a:ea typeface="DejaVu Sans"/>
                <a:cs typeface="DejaVu Sans"/>
              </a:defRPr>
            </a:defPPr>
            <a:lvl1pPr>
              <a:buNone/>
              <a:defRPr sz="1875" b="1">
                <a:solidFill>
                  <a:srgbClr val="172C40"/>
                </a:solidFill>
                <a:latin typeface="DejaVu Sans"/>
                <a:ea typeface="DejaVu Sans"/>
                <a:cs typeface="DejaVu Sans"/>
              </a:defRPr>
            </a:lvl1pPr>
            <a:lvl2pPr>
              <a:buNone/>
              <a:defRPr sz="1875" b="1">
                <a:solidFill>
                  <a:srgbClr val="172C40"/>
                </a:solidFill>
                <a:latin typeface="DejaVu Sans"/>
                <a:ea typeface="DejaVu Sans"/>
                <a:cs typeface="DejaVu Sans"/>
              </a:defRPr>
            </a:lvl2pPr>
            <a:lvl3pPr>
              <a:buNone/>
              <a:defRPr sz="1875" b="1">
                <a:solidFill>
                  <a:srgbClr val="172C40"/>
                </a:solidFill>
                <a:latin typeface="DejaVu Sans"/>
                <a:ea typeface="DejaVu Sans"/>
                <a:cs typeface="DejaVu Sans"/>
              </a:defRPr>
            </a:lvl3pPr>
            <a:lvl4pPr>
              <a:buNone/>
              <a:defRPr sz="1875" b="1">
                <a:solidFill>
                  <a:srgbClr val="172C40"/>
                </a:solidFill>
                <a:latin typeface="DejaVu Sans"/>
                <a:ea typeface="DejaVu Sans"/>
                <a:cs typeface="DejaVu Sans"/>
              </a:defRPr>
            </a:lvl4pPr>
            <a:lvl5pPr>
              <a:buNone/>
              <a:defRPr sz="1875" b="1">
                <a:solidFill>
                  <a:srgbClr val="172C40"/>
                </a:solidFill>
                <a:latin typeface="DejaVu Sans"/>
                <a:ea typeface="DejaVu Sans"/>
                <a:cs typeface="DejaVu Sans"/>
              </a:defRPr>
            </a:lvl5pPr>
            <a:lvl6pPr>
              <a:buNone/>
              <a:defRPr sz="1875" b="1">
                <a:solidFill>
                  <a:srgbClr val="172C40"/>
                </a:solidFill>
                <a:latin typeface="DejaVu Sans"/>
                <a:ea typeface="DejaVu Sans"/>
                <a:cs typeface="DejaVu Sans"/>
              </a:defRPr>
            </a:lvl6pPr>
            <a:lvl7pPr>
              <a:buNone/>
              <a:defRPr sz="1875" b="1">
                <a:solidFill>
                  <a:srgbClr val="172C40"/>
                </a:solidFill>
                <a:latin typeface="DejaVu Sans"/>
                <a:ea typeface="DejaVu Sans"/>
                <a:cs typeface="DejaVu Sans"/>
              </a:defRPr>
            </a:lvl7pPr>
            <a:lvl8pPr>
              <a:buNone/>
              <a:defRPr sz="1875" b="1">
                <a:solidFill>
                  <a:srgbClr val="172C40"/>
                </a:solidFill>
                <a:latin typeface="DejaVu Sans"/>
                <a:ea typeface="DejaVu Sans"/>
                <a:cs typeface="DejaVu Sans"/>
              </a:defRPr>
            </a:lvl8pPr>
            <a:lvl9pPr>
              <a:buNone/>
              <a:defRPr sz="1875" b="1">
                <a:solidFill>
                  <a:srgbClr val="172C40"/>
                </a:solidFill>
                <a:latin typeface="DejaVu Sans"/>
                <a:ea typeface="DejaVu Sans"/>
                <a:cs typeface="DejaVu Sans"/>
              </a:defRPr>
            </a:lvl9pPr>
          </a:lstStyle>
          <a:p xmlns:a="http://schemas.openxmlformats.org/drawingml/2006/main">
            <a:pPr>
              <a:buNone/>
              <a:defRPr sz="1875" b="1">
                <a:solidFill>
                  <a:srgbClr val="172C40"/>
                </a:solidFill>
                <a:latin typeface="DejaVu Sans"/>
                <a:ea typeface="DejaVu Sans"/>
                <a:cs typeface="DejaVu Sans"/>
              </a:defRPr>
            </a:pPr>
            <a:r>
              <a:rPr sz="1875" b="1">
                <a:solidFill>
                  <a:srgbClr val="172C40"/>
                </a:solidFill>
                <a:latin typeface="DejaVu Sans"/>
                <a:ea typeface="DejaVu Sans"/>
                <a:cs typeface="DejaVu Sans"/>
              </a:rPr>
              <a:t>Trusted 2D browser runtime</a:t>
            </a:r>
          </a:p>
        </p:txBody>
      </p:sp>
      <p:sp>
        <p:nvSpPr>
          <p:cNvPr id="20" name="">
            <a:extLst xmlns:a="http://schemas.openxmlformats.org/drawingml/2006/main">
              <a:ext uri="{FF2B5EF4-FFF2-40B4-BE49-F238E27FC236}">
                <a16:creationId xmlns:a16="http://schemas.microsoft.com/office/drawing/2014/main" id="{68F07A6F-80A0-487E-8B08-F44C6DE219E1}"/>
              </a:ext>
            </a:extLst>
          </p:cNvPr>
          <p:cNvSpPr>
            <a:spLocks xmlns:a="http://schemas.openxmlformats.org/drawingml/2006/main" noGrp="1"/>
          </p:cNvSpPr>
          <p:nvPr/>
        </p:nvSpPr>
        <p:spPr>
          <a:xfrm xmlns:a="http://schemas.openxmlformats.org/drawingml/2006/main">
            <a:off x="781050" y="4781550"/>
            <a:ext cx="10629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2C40"/>
                </a:solidFill>
                <a:latin typeface="DejaVu Sans"/>
                <a:ea typeface="DejaVu Sans"/>
                <a:cs typeface="DejaVu Sans"/>
              </a:defRPr>
            </a:defPPr>
            <a:lvl1pPr>
              <a:buNone/>
              <a:defRPr sz="1800" b="0">
                <a:solidFill>
                  <a:srgbClr val="172C40"/>
                </a:solidFill>
                <a:latin typeface="DejaVu Sans"/>
                <a:ea typeface="DejaVu Sans"/>
                <a:cs typeface="DejaVu Sans"/>
              </a:defRPr>
            </a:lvl1pPr>
            <a:lvl2pPr>
              <a:buNone/>
              <a:defRPr sz="1800" b="0">
                <a:solidFill>
                  <a:srgbClr val="172C40"/>
                </a:solidFill>
                <a:latin typeface="DejaVu Sans"/>
                <a:ea typeface="DejaVu Sans"/>
                <a:cs typeface="DejaVu Sans"/>
              </a:defRPr>
            </a:lvl2pPr>
            <a:lvl3pPr>
              <a:buNone/>
              <a:defRPr sz="1800" b="0">
                <a:solidFill>
                  <a:srgbClr val="172C40"/>
                </a:solidFill>
                <a:latin typeface="DejaVu Sans"/>
                <a:ea typeface="DejaVu Sans"/>
                <a:cs typeface="DejaVu Sans"/>
              </a:defRPr>
            </a:lvl3pPr>
            <a:lvl4pPr>
              <a:buNone/>
              <a:defRPr sz="1800" b="0">
                <a:solidFill>
                  <a:srgbClr val="172C40"/>
                </a:solidFill>
                <a:latin typeface="DejaVu Sans"/>
                <a:ea typeface="DejaVu Sans"/>
                <a:cs typeface="DejaVu Sans"/>
              </a:defRPr>
            </a:lvl4pPr>
            <a:lvl5pPr>
              <a:buNone/>
              <a:defRPr sz="1800" b="0">
                <a:solidFill>
                  <a:srgbClr val="172C40"/>
                </a:solidFill>
                <a:latin typeface="DejaVu Sans"/>
                <a:ea typeface="DejaVu Sans"/>
                <a:cs typeface="DejaVu Sans"/>
              </a:defRPr>
            </a:lvl5pPr>
            <a:lvl6pPr>
              <a:buNone/>
              <a:defRPr sz="1800" b="0">
                <a:solidFill>
                  <a:srgbClr val="172C40"/>
                </a:solidFill>
                <a:latin typeface="DejaVu Sans"/>
                <a:ea typeface="DejaVu Sans"/>
                <a:cs typeface="DejaVu Sans"/>
              </a:defRPr>
            </a:lvl6pPr>
            <a:lvl7pPr>
              <a:buNone/>
              <a:defRPr sz="1800" b="0">
                <a:solidFill>
                  <a:srgbClr val="172C40"/>
                </a:solidFill>
                <a:latin typeface="DejaVu Sans"/>
                <a:ea typeface="DejaVu Sans"/>
                <a:cs typeface="DejaVu Sans"/>
              </a:defRPr>
            </a:lvl7pPr>
            <a:lvl8pPr>
              <a:buNone/>
              <a:defRPr sz="1800" b="0">
                <a:solidFill>
                  <a:srgbClr val="172C40"/>
                </a:solidFill>
                <a:latin typeface="DejaVu Sans"/>
                <a:ea typeface="DejaVu Sans"/>
                <a:cs typeface="DejaVu Sans"/>
              </a:defRPr>
            </a:lvl8pPr>
            <a:lvl9pPr>
              <a:buNone/>
              <a:defRPr sz="1800" b="0">
                <a:solidFill>
                  <a:srgbClr val="172C40"/>
                </a:solidFill>
                <a:latin typeface="DejaVu Sans"/>
                <a:ea typeface="DejaVu Sans"/>
                <a:cs typeface="DejaVu Sans"/>
              </a:defRPr>
            </a:lvl9pPr>
          </a:lstStyle>
          <a:p xmlns:a="http://schemas.openxmlformats.org/drawingml/2006/main">
            <a:pPr>
              <a:buNone/>
              <a:defRPr sz="1800" b="0">
                <a:solidFill>
                  <a:srgbClr val="172C40"/>
                </a:solidFill>
                <a:latin typeface="DejaVu Sans"/>
                <a:ea typeface="DejaVu Sans"/>
                <a:cs typeface="DejaVu Sans"/>
              </a:defRPr>
            </a:pPr>
            <a:r>
              <a:rPr sz="1800" b="0">
                <a:solidFill>
                  <a:srgbClr val="172C40"/>
                </a:solidFill>
                <a:latin typeface="DejaVu Sans"/>
                <a:ea typeface="DejaVu Sans"/>
                <a:cs typeface="DejaVu Sans"/>
              </a:rPr>
              <a:t>Interprets validated game data and provides controls, progression and an ending.</a:t>
            </a:r>
          </a:p>
        </p:txBody>
      </p:sp>
    </p:spTree>
    <p:extLst>
      <p:ext uri="{BB962C8B-B14F-4D97-AF65-F5344CB8AC3E}">
        <p14:creationId xmlns:p14="http://schemas.microsoft.com/office/powerpoint/2010/main" val="1365295978"/>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C8C418D-C04D-4D9C-A804-F44FC0CC7D35}"/>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491B85-4927-4F16-9B98-C5F319B37C55}"/>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Conceptual authoring and play journey</a:t>
            </a:r>
          </a:p>
        </p:txBody>
      </p:sp>
      <p:sp>
        <p:nvSpPr>
          <p:cNvPr id="3" name="">
            <a:extLst xmlns:a="http://schemas.openxmlformats.org/drawingml/2006/main">
              <a:ext uri="{FF2B5EF4-FFF2-40B4-BE49-F238E27FC236}">
                <a16:creationId xmlns:a16="http://schemas.microsoft.com/office/drawing/2014/main" id="{B5F80692-9AF4-4D39-9910-0EBDD24AA018}"/>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62E59B-C6FC-46D4-B4B9-86D9436FB0FE}"/>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8 UX prototype / Conceptual screens with illustrative data / prototype/</a:t>
            </a:r>
          </a:p>
        </p:txBody>
      </p:sp>
      <p:sp>
        <p:nvSpPr>
          <p:cNvPr id="5" name="">
            <a:extLst xmlns:a="http://schemas.openxmlformats.org/drawingml/2006/main">
              <a:ext uri="{FF2B5EF4-FFF2-40B4-BE49-F238E27FC236}">
                <a16:creationId xmlns:a16="http://schemas.microsoft.com/office/drawing/2014/main" id="{414AC55F-D661-4B09-8BDF-49CFF2F471C8}"/>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08</a:t>
            </a:r>
          </a:p>
        </p:txBody>
      </p:sp>
      <p:pic>
        <p:nvPicPr>
          <p:cNvPr id="6" name="">
            <a:extLst xmlns:a="http://schemas.openxmlformats.org/drawingml/2006/main">
              <a:ext uri="{FF2B5EF4-FFF2-40B4-BE49-F238E27FC236}">
                <a16:creationId xmlns:a16="http://schemas.microsoft.com/office/drawing/2014/main" id="{36392079-5531-4ADF-BE33-830943CBA3AC}"/>
              </a:ext>
            </a:extLst>
          </p:cNvPr>
          <p:cNvPicPr>
            <a:picLocks xmlns:a="http://schemas.openxmlformats.org/drawingml/2006/main" noChangeAspect="1"/>
          </p:cNvPicPr>
          <p:nvPr/>
        </p:nvPicPr>
        <p:blipFill>
          <a:blip xmlns:r="http://schemas.openxmlformats.org/officeDocument/2006/relationships" xmlns:a="http://schemas.openxmlformats.org/drawingml/2006/main" r:embed="R3ef694a7e58845d2"/>
          <a:stretch xmlns:a="http://schemas.openxmlformats.org/drawingml/2006/main"/>
        </p:blipFill>
        <p:spPr>
          <a:xfrm xmlns:a="http://schemas.openxmlformats.org/drawingml/2006/main">
            <a:off x="897857" y="1828800"/>
            <a:ext cx="6948237" cy="4000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0981A30-828F-4085-8B38-5DC42508DCF5}"/>
              </a:ext>
            </a:extLst>
          </p:cNvPr>
          <p:cNvSpPr>
            <a:spLocks xmlns:a="http://schemas.openxmlformats.org/drawingml/2006/main" noGrp="1"/>
          </p:cNvSpPr>
          <p:nvPr/>
        </p:nvSpPr>
        <p:spPr>
          <a:xfrm xmlns:a="http://schemas.openxmlformats.org/drawingml/2006/main">
            <a:off x="8486775" y="1943100"/>
            <a:ext cx="3095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E6478"/>
                </a:solidFill>
                <a:latin typeface="DejaVu Sans"/>
                <a:ea typeface="DejaVu Sans"/>
                <a:cs typeface="DejaVu Sans"/>
              </a:defRPr>
            </a:defPPr>
            <a:lvl1pPr>
              <a:buNone/>
              <a:defRPr sz="1950" b="1">
                <a:solidFill>
                  <a:srgbClr val="2E6478"/>
                </a:solidFill>
                <a:latin typeface="DejaVu Sans"/>
                <a:ea typeface="DejaVu Sans"/>
                <a:cs typeface="DejaVu Sans"/>
              </a:defRPr>
            </a:lvl1pPr>
            <a:lvl2pPr>
              <a:buNone/>
              <a:defRPr sz="1950" b="1">
                <a:solidFill>
                  <a:srgbClr val="2E6478"/>
                </a:solidFill>
                <a:latin typeface="DejaVu Sans"/>
                <a:ea typeface="DejaVu Sans"/>
                <a:cs typeface="DejaVu Sans"/>
              </a:defRPr>
            </a:lvl2pPr>
            <a:lvl3pPr>
              <a:buNone/>
              <a:defRPr sz="1950" b="1">
                <a:solidFill>
                  <a:srgbClr val="2E6478"/>
                </a:solidFill>
                <a:latin typeface="DejaVu Sans"/>
                <a:ea typeface="DejaVu Sans"/>
                <a:cs typeface="DejaVu Sans"/>
              </a:defRPr>
            </a:lvl3pPr>
            <a:lvl4pPr>
              <a:buNone/>
              <a:defRPr sz="1950" b="1">
                <a:solidFill>
                  <a:srgbClr val="2E6478"/>
                </a:solidFill>
                <a:latin typeface="DejaVu Sans"/>
                <a:ea typeface="DejaVu Sans"/>
                <a:cs typeface="DejaVu Sans"/>
              </a:defRPr>
            </a:lvl4pPr>
            <a:lvl5pPr>
              <a:buNone/>
              <a:defRPr sz="1950" b="1">
                <a:solidFill>
                  <a:srgbClr val="2E6478"/>
                </a:solidFill>
                <a:latin typeface="DejaVu Sans"/>
                <a:ea typeface="DejaVu Sans"/>
                <a:cs typeface="DejaVu Sans"/>
              </a:defRPr>
            </a:lvl5pPr>
            <a:lvl6pPr>
              <a:buNone/>
              <a:defRPr sz="1950" b="1">
                <a:solidFill>
                  <a:srgbClr val="2E6478"/>
                </a:solidFill>
                <a:latin typeface="DejaVu Sans"/>
                <a:ea typeface="DejaVu Sans"/>
                <a:cs typeface="DejaVu Sans"/>
              </a:defRPr>
            </a:lvl6pPr>
            <a:lvl7pPr>
              <a:buNone/>
              <a:defRPr sz="1950" b="1">
                <a:solidFill>
                  <a:srgbClr val="2E6478"/>
                </a:solidFill>
                <a:latin typeface="DejaVu Sans"/>
                <a:ea typeface="DejaVu Sans"/>
                <a:cs typeface="DejaVu Sans"/>
              </a:defRPr>
            </a:lvl7pPr>
            <a:lvl8pPr>
              <a:buNone/>
              <a:defRPr sz="1950" b="1">
                <a:solidFill>
                  <a:srgbClr val="2E6478"/>
                </a:solidFill>
                <a:latin typeface="DejaVu Sans"/>
                <a:ea typeface="DejaVu Sans"/>
                <a:cs typeface="DejaVu Sans"/>
              </a:defRPr>
            </a:lvl8pPr>
            <a:lvl9pPr>
              <a:buNone/>
              <a:defRPr sz="1950" b="1">
                <a:solidFill>
                  <a:srgbClr val="2E6478"/>
                </a:solidFill>
                <a:latin typeface="DejaVu Sans"/>
                <a:ea typeface="DejaVu Sans"/>
                <a:cs typeface="DejaVu Sans"/>
              </a:defRPr>
            </a:lvl9pPr>
          </a:lstStyle>
          <a:p xmlns:a="http://schemas.openxmlformats.org/drawingml/2006/main">
            <a:pPr>
              <a:buNone/>
              <a:defRPr sz="1950" b="1">
                <a:solidFill>
                  <a:srgbClr val="2E6478"/>
                </a:solidFill>
                <a:latin typeface="DejaVu Sans"/>
                <a:ea typeface="DejaVu Sans"/>
                <a:cs typeface="DejaVu Sans"/>
              </a:defRPr>
            </a:pPr>
            <a:r>
              <a:rPr sz="1950" b="1">
                <a:solidFill>
                  <a:srgbClr val="2E6478"/>
                </a:solidFill>
                <a:latin typeface="DejaVu Sans"/>
                <a:ea typeface="DejaVu Sans"/>
                <a:cs typeface="DejaVu Sans"/>
              </a:rPr>
              <a:t>Six proposed states</a:t>
            </a:r>
          </a:p>
        </p:txBody>
      </p:sp>
      <p:sp>
        <p:nvSpPr>
          <p:cNvPr id="8" name="">
            <a:extLst xmlns:a="http://schemas.openxmlformats.org/drawingml/2006/main">
              <a:ext uri="{FF2B5EF4-FFF2-40B4-BE49-F238E27FC236}">
                <a16:creationId xmlns:a16="http://schemas.microsoft.com/office/drawing/2014/main" id="{1457316E-2BFF-4B79-9D60-7F9EC112A447}"/>
              </a:ext>
            </a:extLst>
          </p:cNvPr>
          <p:cNvSpPr>
            <a:spLocks xmlns:a="http://schemas.openxmlformats.org/drawingml/2006/main" noGrp="1"/>
          </p:cNvSpPr>
          <p:nvPr/>
        </p:nvSpPr>
        <p:spPr>
          <a:xfrm xmlns:a="http://schemas.openxmlformats.org/drawingml/2006/main">
            <a:off x="8486775" y="2686050"/>
            <a:ext cx="309562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C40"/>
                </a:solidFill>
                <a:latin typeface="DejaVu Sans"/>
                <a:ea typeface="DejaVu Sans"/>
                <a:cs typeface="DejaVu Sans"/>
              </a:defRPr>
            </a:defPPr>
            <a:lvl1pPr>
              <a:buNone/>
              <a:defRPr sz="1725" b="0">
                <a:solidFill>
                  <a:srgbClr val="172C40"/>
                </a:solidFill>
                <a:latin typeface="DejaVu Sans"/>
                <a:ea typeface="DejaVu Sans"/>
                <a:cs typeface="DejaVu Sans"/>
              </a:defRPr>
            </a:lvl1pPr>
            <a:lvl2pPr>
              <a:buNone/>
              <a:defRPr sz="1725" b="0">
                <a:solidFill>
                  <a:srgbClr val="172C40"/>
                </a:solidFill>
                <a:latin typeface="DejaVu Sans"/>
                <a:ea typeface="DejaVu Sans"/>
                <a:cs typeface="DejaVu Sans"/>
              </a:defRPr>
            </a:lvl2pPr>
            <a:lvl3pPr>
              <a:buNone/>
              <a:defRPr sz="1725" b="0">
                <a:solidFill>
                  <a:srgbClr val="172C40"/>
                </a:solidFill>
                <a:latin typeface="DejaVu Sans"/>
                <a:ea typeface="DejaVu Sans"/>
                <a:cs typeface="DejaVu Sans"/>
              </a:defRPr>
            </a:lvl3pPr>
            <a:lvl4pPr>
              <a:buNone/>
              <a:defRPr sz="1725" b="0">
                <a:solidFill>
                  <a:srgbClr val="172C40"/>
                </a:solidFill>
                <a:latin typeface="DejaVu Sans"/>
                <a:ea typeface="DejaVu Sans"/>
                <a:cs typeface="DejaVu Sans"/>
              </a:defRPr>
            </a:lvl4pPr>
            <a:lvl5pPr>
              <a:buNone/>
              <a:defRPr sz="1725" b="0">
                <a:solidFill>
                  <a:srgbClr val="172C40"/>
                </a:solidFill>
                <a:latin typeface="DejaVu Sans"/>
                <a:ea typeface="DejaVu Sans"/>
                <a:cs typeface="DejaVu Sans"/>
              </a:defRPr>
            </a:lvl5pPr>
            <a:lvl6pPr>
              <a:buNone/>
              <a:defRPr sz="1725" b="0">
                <a:solidFill>
                  <a:srgbClr val="172C40"/>
                </a:solidFill>
                <a:latin typeface="DejaVu Sans"/>
                <a:ea typeface="DejaVu Sans"/>
                <a:cs typeface="DejaVu Sans"/>
              </a:defRPr>
            </a:lvl6pPr>
            <a:lvl7pPr>
              <a:buNone/>
              <a:defRPr sz="1725" b="0">
                <a:solidFill>
                  <a:srgbClr val="172C40"/>
                </a:solidFill>
                <a:latin typeface="DejaVu Sans"/>
                <a:ea typeface="DejaVu Sans"/>
                <a:cs typeface="DejaVu Sans"/>
              </a:defRPr>
            </a:lvl7pPr>
            <a:lvl8pPr>
              <a:buNone/>
              <a:defRPr sz="1725" b="0">
                <a:solidFill>
                  <a:srgbClr val="172C40"/>
                </a:solidFill>
                <a:latin typeface="DejaVu Sans"/>
                <a:ea typeface="DejaVu Sans"/>
                <a:cs typeface="DejaVu Sans"/>
              </a:defRPr>
            </a:lvl8pPr>
            <a:lvl9pPr>
              <a:buNone/>
              <a:defRPr sz="1725" b="0">
                <a:solidFill>
                  <a:srgbClr val="172C40"/>
                </a:solidFill>
                <a:latin typeface="DejaVu Sans"/>
                <a:ea typeface="DejaVu Sans"/>
                <a:cs typeface="DejaVu Sans"/>
              </a:defRPr>
            </a:lvl9pPr>
          </a:lstStyle>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Idea and preferences</a:t>
            </a:r>
          </a:p>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Recorded job progress</a:t>
            </a:r>
          </a:p>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Result and simplifications</a:t>
            </a:r>
          </a:p>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Play and ending</a:t>
            </a:r>
          </a:p>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Catalogue and versions</a:t>
            </a:r>
          </a:p>
          <a:p xmlns:a="http://schemas.openxmlformats.org/drawingml/2006/main">
            <a:pPr>
              <a:buNone/>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Failure and retry</a:t>
            </a:r>
          </a:p>
        </p:txBody>
      </p:sp>
      <p:sp>
        <p:nvSpPr>
          <p:cNvPr id="9" name="">
            <a:extLst xmlns:a="http://schemas.openxmlformats.org/drawingml/2006/main">
              <a:ext uri="{FF2B5EF4-FFF2-40B4-BE49-F238E27FC236}">
                <a16:creationId xmlns:a16="http://schemas.microsoft.com/office/drawing/2014/main" id="{9FCF9E16-A85D-4570-8652-DB18E0D63C24}"/>
              </a:ext>
            </a:extLst>
          </p:cNvPr>
          <p:cNvSpPr>
            <a:spLocks xmlns:a="http://schemas.openxmlformats.org/drawingml/2006/main" noGrp="1"/>
          </p:cNvSpPr>
          <p:nvPr/>
        </p:nvSpPr>
        <p:spPr>
          <a:xfrm xmlns:a="http://schemas.openxmlformats.org/drawingml/2006/main">
            <a:off x="8486775" y="52482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72C40"/>
                </a:solidFill>
                <a:latin typeface="DejaVu Sans"/>
                <a:ea typeface="DejaVu Sans"/>
                <a:cs typeface="DejaVu Sans"/>
              </a:defRPr>
            </a:defPPr>
            <a:lvl1pPr>
              <a:buNone/>
              <a:defRPr sz="1575" b="1">
                <a:solidFill>
                  <a:srgbClr val="172C40"/>
                </a:solidFill>
                <a:latin typeface="DejaVu Sans"/>
                <a:ea typeface="DejaVu Sans"/>
                <a:cs typeface="DejaVu Sans"/>
              </a:defRPr>
            </a:lvl1pPr>
            <a:lvl2pPr>
              <a:buNone/>
              <a:defRPr sz="1575" b="1">
                <a:solidFill>
                  <a:srgbClr val="172C40"/>
                </a:solidFill>
                <a:latin typeface="DejaVu Sans"/>
                <a:ea typeface="DejaVu Sans"/>
                <a:cs typeface="DejaVu Sans"/>
              </a:defRPr>
            </a:lvl2pPr>
            <a:lvl3pPr>
              <a:buNone/>
              <a:defRPr sz="1575" b="1">
                <a:solidFill>
                  <a:srgbClr val="172C40"/>
                </a:solidFill>
                <a:latin typeface="DejaVu Sans"/>
                <a:ea typeface="DejaVu Sans"/>
                <a:cs typeface="DejaVu Sans"/>
              </a:defRPr>
            </a:lvl3pPr>
            <a:lvl4pPr>
              <a:buNone/>
              <a:defRPr sz="1575" b="1">
                <a:solidFill>
                  <a:srgbClr val="172C40"/>
                </a:solidFill>
                <a:latin typeface="DejaVu Sans"/>
                <a:ea typeface="DejaVu Sans"/>
                <a:cs typeface="DejaVu Sans"/>
              </a:defRPr>
            </a:lvl4pPr>
            <a:lvl5pPr>
              <a:buNone/>
              <a:defRPr sz="1575" b="1">
                <a:solidFill>
                  <a:srgbClr val="172C40"/>
                </a:solidFill>
                <a:latin typeface="DejaVu Sans"/>
                <a:ea typeface="DejaVu Sans"/>
                <a:cs typeface="DejaVu Sans"/>
              </a:defRPr>
            </a:lvl5pPr>
            <a:lvl6pPr>
              <a:buNone/>
              <a:defRPr sz="1575" b="1">
                <a:solidFill>
                  <a:srgbClr val="172C40"/>
                </a:solidFill>
                <a:latin typeface="DejaVu Sans"/>
                <a:ea typeface="DejaVu Sans"/>
                <a:cs typeface="DejaVu Sans"/>
              </a:defRPr>
            </a:lvl6pPr>
            <a:lvl7pPr>
              <a:buNone/>
              <a:defRPr sz="1575" b="1">
                <a:solidFill>
                  <a:srgbClr val="172C40"/>
                </a:solidFill>
                <a:latin typeface="DejaVu Sans"/>
                <a:ea typeface="DejaVu Sans"/>
                <a:cs typeface="DejaVu Sans"/>
              </a:defRPr>
            </a:lvl7pPr>
            <a:lvl8pPr>
              <a:buNone/>
              <a:defRPr sz="1575" b="1">
                <a:solidFill>
                  <a:srgbClr val="172C40"/>
                </a:solidFill>
                <a:latin typeface="DejaVu Sans"/>
                <a:ea typeface="DejaVu Sans"/>
                <a:cs typeface="DejaVu Sans"/>
              </a:defRPr>
            </a:lvl8pPr>
            <a:lvl9pPr>
              <a:buNone/>
              <a:defRPr sz="1575" b="1">
                <a:solidFill>
                  <a:srgbClr val="172C40"/>
                </a:solidFill>
                <a:latin typeface="DejaVu Sans"/>
                <a:ea typeface="DejaVu Sans"/>
                <a:cs typeface="DejaVu Sans"/>
              </a:defRPr>
            </a:lvl9pPr>
          </a:lstStyle>
          <a:p xmlns:a="http://schemas.openxmlformats.org/drawingml/2006/main">
            <a:pPr>
              <a:buNone/>
              <a:defRPr sz="1575" b="1">
                <a:solidFill>
                  <a:srgbClr val="172C40"/>
                </a:solidFill>
                <a:latin typeface="DejaVu Sans"/>
                <a:ea typeface="DejaVu Sans"/>
                <a:cs typeface="DejaVu Sans"/>
              </a:defRPr>
            </a:pPr>
            <a:r>
              <a:rPr sz="1575" b="1">
                <a:solidFill>
                  <a:srgbClr val="172C40"/>
                </a:solidFill>
                <a:latin typeface="DejaVu Sans"/>
                <a:ea typeface="DejaVu Sans"/>
                <a:cs typeface="DejaVu Sans"/>
              </a:rPr>
              <a:t>Static mockups</a:t>
            </a:r>
          </a:p>
          <a:p xmlns:a="http://schemas.openxmlformats.org/drawingml/2006/main">
            <a:pPr>
              <a:buNone/>
              <a:defRPr sz="1575" b="1">
                <a:solidFill>
                  <a:srgbClr val="172C40"/>
                </a:solidFill>
                <a:latin typeface="DejaVu Sans"/>
                <a:ea typeface="DejaVu Sans"/>
                <a:cs typeface="DejaVu Sans"/>
              </a:defRPr>
            </a:pPr>
            <a:r>
              <a:rPr sz="1575" b="1">
                <a:solidFill>
                  <a:srgbClr val="172C40"/>
                </a:solidFill>
                <a:latin typeface="DejaVu Sans"/>
                <a:ea typeface="DejaVu Sans"/>
                <a:cs typeface="DejaVu Sans"/>
              </a:rPr>
              <a:t>Usability study pending</a:t>
            </a:r>
          </a:p>
        </p:txBody>
      </p:sp>
    </p:spTree>
    <p:extLst>
      <p:ext uri="{BB962C8B-B14F-4D97-AF65-F5344CB8AC3E}">
        <p14:creationId xmlns:p14="http://schemas.microsoft.com/office/powerpoint/2010/main" val="1257947549"/>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7F08B0-C345-4E30-A0BE-3A65AD7129D9}"/>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72B0AD-E078-4FE4-99ED-122238840550}"/>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Verification and evaluation plan</a:t>
            </a:r>
          </a:p>
        </p:txBody>
      </p:sp>
      <p:sp>
        <p:nvSpPr>
          <p:cNvPr id="3" name="">
            <a:extLst xmlns:a="http://schemas.openxmlformats.org/drawingml/2006/main">
              <a:ext uri="{FF2B5EF4-FFF2-40B4-BE49-F238E27FC236}">
                <a16:creationId xmlns:a16="http://schemas.microsoft.com/office/drawing/2014/main" id="{2652BD2C-CD1C-4C2F-8331-5BCB7574DA92}"/>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0F2D52-BABE-4FA1-BBFD-9D934A8245EF}"/>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9 Evaluation / Planned measures, fixed conditions and a manual-game baseline</a:t>
            </a:r>
          </a:p>
        </p:txBody>
      </p:sp>
      <p:sp>
        <p:nvSpPr>
          <p:cNvPr id="5" name="">
            <a:extLst xmlns:a="http://schemas.openxmlformats.org/drawingml/2006/main">
              <a:ext uri="{FF2B5EF4-FFF2-40B4-BE49-F238E27FC236}">
                <a16:creationId xmlns:a16="http://schemas.microsoft.com/office/drawing/2014/main" id="{209289EB-FDD8-4D36-867D-215FBEBF14EC}"/>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09</a:t>
            </a:r>
          </a:p>
        </p:txBody>
      </p:sp>
      <p:sp>
        <p:nvSpPr>
          <p:cNvPr id="6" name="">
            <a:extLst xmlns:a="http://schemas.openxmlformats.org/drawingml/2006/main">
              <a:ext uri="{FF2B5EF4-FFF2-40B4-BE49-F238E27FC236}">
                <a16:creationId xmlns:a16="http://schemas.microsoft.com/office/drawing/2014/main" id="{E10DEB20-AC6F-4E23-A831-951F608725E7}"/>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Baseline and measurement conditions</a:t>
            </a:r>
          </a:p>
        </p:txBody>
      </p:sp>
      <p:sp>
        <p:nvSpPr>
          <p:cNvPr id="7" name="">
            <a:extLst xmlns:a="http://schemas.openxmlformats.org/drawingml/2006/main">
              <a:ext uri="{FF2B5EF4-FFF2-40B4-BE49-F238E27FC236}">
                <a16:creationId xmlns:a16="http://schemas.microsoft.com/office/drawing/2014/main" id="{C6CAA401-7740-4579-9A07-E4A1AD0DDA63}"/>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Use a manually authored game to check the runtime. Freeze prompts and record the browser, model, configuration and all attempts.</a:t>
            </a:r>
          </a:p>
        </p:txBody>
      </p:sp>
      <p:sp>
        <p:nvSpPr>
          <p:cNvPr id="8" name="">
            <a:extLst xmlns:a="http://schemas.openxmlformats.org/drawingml/2006/main">
              <a:ext uri="{FF2B5EF4-FFF2-40B4-BE49-F238E27FC236}">
                <a16:creationId xmlns:a16="http://schemas.microsoft.com/office/drawing/2014/main" id="{78B059E4-D7A9-4642-A850-69B89FA0D343}"/>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Separate outcome measures</a:t>
            </a:r>
          </a:p>
        </p:txBody>
      </p:sp>
      <p:sp>
        <p:nvSpPr>
          <p:cNvPr id="9" name="">
            <a:extLst xmlns:a="http://schemas.openxmlformats.org/drawingml/2006/main">
              <a:ext uri="{FF2B5EF4-FFF2-40B4-BE49-F238E27FC236}">
                <a16:creationId xmlns:a16="http://schemas.microsoft.com/office/drawing/2014/main" id="{B1A8B59D-0166-4679-BE13-55968C0018C1}"/>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Measure valid output, launch, primary action and ending separately. Two reviewers assess story fidelity and record disagreements.</a:t>
            </a:r>
          </a:p>
        </p:txBody>
      </p:sp>
      <p:sp>
        <p:nvSpPr>
          <p:cNvPr id="10" name="">
            <a:extLst xmlns:a="http://schemas.openxmlformats.org/drawingml/2006/main">
              <a:ext uri="{FF2B5EF4-FFF2-40B4-BE49-F238E27FC236}">
                <a16:creationId xmlns:a16="http://schemas.microsoft.com/office/drawing/2014/main" id="{629BD363-C960-40D4-8B62-75A4DD299307}"/>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Failure reporting and execution status</a:t>
            </a:r>
          </a:p>
        </p:txBody>
      </p:sp>
      <p:sp>
        <p:nvSpPr>
          <p:cNvPr id="11" name="">
            <a:extLst xmlns:a="http://schemas.openxmlformats.org/drawingml/2006/main">
              <a:ext uri="{FF2B5EF4-FFF2-40B4-BE49-F238E27FC236}">
                <a16:creationId xmlns:a16="http://schemas.microsoft.com/office/drawing/2014/main" id="{CBDE29FA-5CFC-4001-97CE-E85216929712}"/>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Retain rejected requests and failed runs. No product tests or generation measurements have yet been executed.</a:t>
            </a:r>
          </a:p>
        </p:txBody>
      </p:sp>
    </p:spTree>
    <p:extLst>
      <p:ext uri="{BB962C8B-B14F-4D97-AF65-F5344CB8AC3E}">
        <p14:creationId xmlns:p14="http://schemas.microsoft.com/office/powerpoint/2010/main" val="823535700"/>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ECA7FC-5375-4D2B-BE70-4CADB102CABA}"/>
              </a:ext>
            </a:extLst>
          </p:cNvPr>
          <p:cNvSpPr>
            <a:spLocks xmlns:a="http://schemas.openxmlformats.org/drawingml/2006/main" noGrp="1"/>
          </p:cNvSpPr>
          <p:nvPr/>
        </p:nvSpPr>
        <p:spPr>
          <a:xfrm xmlns:a="http://schemas.openxmlformats.org/drawingml/2006/main">
            <a:off x="609600" y="542925"/>
            <a:ext cx="609600" cy="47625"/>
          </a:xfrm>
          <a:prstGeom xmlns:a="http://schemas.openxmlformats.org/drawingml/2006/main" prst="rect">
            <a:avLst/>
          </a:prstGeom>
          <a:solidFill xmlns:a="http://schemas.openxmlformats.org/drawingml/2006/main">
            <a:srgbClr val="2E64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0CCF4-0A76-429E-9655-017BAD669446}"/>
              </a:ext>
            </a:extLst>
          </p:cNvPr>
          <p:cNvSpPr>
            <a:spLocks xmlns:a="http://schemas.openxmlformats.org/drawingml/2006/main" noGrp="1"/>
          </p:cNvSpPr>
          <p:nvPr/>
        </p:nvSpPr>
        <p:spPr>
          <a:xfrm xmlns:a="http://schemas.openxmlformats.org/drawingml/2006/main">
            <a:off x="609600" y="80010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buNone/>
              <a:defRPr sz="2850" b="1">
                <a:solidFill>
                  <a:srgbClr val="172C40"/>
                </a:solidFill>
                <a:latin typeface="DejaVu Sans"/>
                <a:ea typeface="DejaVu Sans"/>
                <a:cs typeface="DejaVu Sans"/>
              </a:defRPr>
            </a:lvl1pPr>
            <a:lvl2pPr>
              <a:buNone/>
              <a:defRPr sz="2850" b="1">
                <a:solidFill>
                  <a:srgbClr val="172C40"/>
                </a:solidFill>
                <a:latin typeface="DejaVu Sans"/>
                <a:ea typeface="DejaVu Sans"/>
                <a:cs typeface="DejaVu Sans"/>
              </a:defRPr>
            </a:lvl2pPr>
            <a:lvl3pPr>
              <a:buNone/>
              <a:defRPr sz="2850" b="1">
                <a:solidFill>
                  <a:srgbClr val="172C40"/>
                </a:solidFill>
                <a:latin typeface="DejaVu Sans"/>
                <a:ea typeface="DejaVu Sans"/>
                <a:cs typeface="DejaVu Sans"/>
              </a:defRPr>
            </a:lvl3pPr>
            <a:lvl4pPr>
              <a:buNone/>
              <a:defRPr sz="2850" b="1">
                <a:solidFill>
                  <a:srgbClr val="172C40"/>
                </a:solidFill>
                <a:latin typeface="DejaVu Sans"/>
                <a:ea typeface="DejaVu Sans"/>
                <a:cs typeface="DejaVu Sans"/>
              </a:defRPr>
            </a:lvl4pPr>
            <a:lvl5pPr>
              <a:buNone/>
              <a:defRPr sz="2850" b="1">
                <a:solidFill>
                  <a:srgbClr val="172C40"/>
                </a:solidFill>
                <a:latin typeface="DejaVu Sans"/>
                <a:ea typeface="DejaVu Sans"/>
                <a:cs typeface="DejaVu Sans"/>
              </a:defRPr>
            </a:lvl5pPr>
            <a:lvl6pPr>
              <a:buNone/>
              <a:defRPr sz="2850" b="1">
                <a:solidFill>
                  <a:srgbClr val="172C40"/>
                </a:solidFill>
                <a:latin typeface="DejaVu Sans"/>
                <a:ea typeface="DejaVu Sans"/>
                <a:cs typeface="DejaVu Sans"/>
              </a:defRPr>
            </a:lvl6pPr>
            <a:lvl7pPr>
              <a:buNone/>
              <a:defRPr sz="2850" b="1">
                <a:solidFill>
                  <a:srgbClr val="172C40"/>
                </a:solidFill>
                <a:latin typeface="DejaVu Sans"/>
                <a:ea typeface="DejaVu Sans"/>
                <a:cs typeface="DejaVu Sans"/>
              </a:defRPr>
            </a:lvl7pPr>
            <a:lvl8pPr>
              <a:buNone/>
              <a:defRPr sz="2850" b="1">
                <a:solidFill>
                  <a:srgbClr val="172C40"/>
                </a:solidFill>
                <a:latin typeface="DejaVu Sans"/>
                <a:ea typeface="DejaVu Sans"/>
                <a:cs typeface="DejaVu Sans"/>
              </a:defRPr>
            </a:lvl8pPr>
            <a:lvl9pPr>
              <a:buNone/>
              <a:defRPr sz="2850" b="1">
                <a:solidFill>
                  <a:srgbClr val="172C40"/>
                </a:solidFill>
                <a:latin typeface="DejaVu Sans"/>
                <a:ea typeface="DejaVu Sans"/>
                <a:cs typeface="DejaVu Sans"/>
              </a:defRPr>
            </a:lvl9pPr>
          </a:lstStyle>
          <a:p xmlns:a="http://schemas.openxmlformats.org/drawingml/2006/main">
            <a:pPr>
              <a:buNone/>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Project plan and supervisor review</a:t>
            </a:r>
          </a:p>
        </p:txBody>
      </p:sp>
      <p:sp>
        <p:nvSpPr>
          <p:cNvPr id="3" name="">
            <a:extLst xmlns:a="http://schemas.openxmlformats.org/drawingml/2006/main">
              <a:ext uri="{FF2B5EF4-FFF2-40B4-BE49-F238E27FC236}">
                <a16:creationId xmlns:a16="http://schemas.microsoft.com/office/drawing/2014/main" id="{C6A6DAC9-A37C-4685-9E29-896FA37A904B}"/>
              </a:ext>
            </a:extLst>
          </p:cNvPr>
          <p:cNvSpPr>
            <a:spLocks xmlns:a="http://schemas.openxmlformats.org/drawingml/2006/main" noGrp="1"/>
          </p:cNvSpPr>
          <p:nvPr/>
        </p:nvSpPr>
        <p:spPr>
          <a:xfrm xmlns:a="http://schemas.openxmlformats.org/drawingml/2006/main">
            <a:off x="609600" y="6096000"/>
            <a:ext cx="10972800" cy="9525"/>
          </a:xfrm>
          <a:prstGeom xmlns:a="http://schemas.openxmlformats.org/drawingml/2006/main" prst="rect">
            <a:avLst/>
          </a:prstGeom>
          <a:solidFill xmlns:a="http://schemas.openxmlformats.org/drawingml/2006/main">
            <a:srgbClr val="CAD4D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869B9E-BDA1-4D96-8C85-6284A14ADFA8}"/>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buNone/>
              <a:defRPr sz="1200" b="0">
                <a:solidFill>
                  <a:srgbClr val="526474"/>
                </a:solidFill>
                <a:latin typeface="DejaVu Sans"/>
                <a:ea typeface="DejaVu Sans"/>
                <a:cs typeface="DejaVu Sans"/>
              </a:defRPr>
            </a:lvl1pPr>
            <a:lvl2pPr>
              <a:buNone/>
              <a:defRPr sz="1200" b="0">
                <a:solidFill>
                  <a:srgbClr val="526474"/>
                </a:solidFill>
                <a:latin typeface="DejaVu Sans"/>
                <a:ea typeface="DejaVu Sans"/>
                <a:cs typeface="DejaVu Sans"/>
              </a:defRPr>
            </a:lvl2pPr>
            <a:lvl3pPr>
              <a:buNone/>
              <a:defRPr sz="1200" b="0">
                <a:solidFill>
                  <a:srgbClr val="526474"/>
                </a:solidFill>
                <a:latin typeface="DejaVu Sans"/>
                <a:ea typeface="DejaVu Sans"/>
                <a:cs typeface="DejaVu Sans"/>
              </a:defRPr>
            </a:lvl3pPr>
            <a:lvl4pPr>
              <a:buNone/>
              <a:defRPr sz="1200" b="0">
                <a:solidFill>
                  <a:srgbClr val="526474"/>
                </a:solidFill>
                <a:latin typeface="DejaVu Sans"/>
                <a:ea typeface="DejaVu Sans"/>
                <a:cs typeface="DejaVu Sans"/>
              </a:defRPr>
            </a:lvl4pPr>
            <a:lvl5pPr>
              <a:buNone/>
              <a:defRPr sz="1200" b="0">
                <a:solidFill>
                  <a:srgbClr val="526474"/>
                </a:solidFill>
                <a:latin typeface="DejaVu Sans"/>
                <a:ea typeface="DejaVu Sans"/>
                <a:cs typeface="DejaVu Sans"/>
              </a:defRPr>
            </a:lvl5pPr>
            <a:lvl6pPr>
              <a:buNone/>
              <a:defRPr sz="1200" b="0">
                <a:solidFill>
                  <a:srgbClr val="526474"/>
                </a:solidFill>
                <a:latin typeface="DejaVu Sans"/>
                <a:ea typeface="DejaVu Sans"/>
                <a:cs typeface="DejaVu Sans"/>
              </a:defRPr>
            </a:lvl6pPr>
            <a:lvl7pPr>
              <a:buNone/>
              <a:defRPr sz="1200" b="0">
                <a:solidFill>
                  <a:srgbClr val="526474"/>
                </a:solidFill>
                <a:latin typeface="DejaVu Sans"/>
                <a:ea typeface="DejaVu Sans"/>
                <a:cs typeface="DejaVu Sans"/>
              </a:defRPr>
            </a:lvl7pPr>
            <a:lvl8pPr>
              <a:buNone/>
              <a:defRPr sz="1200" b="0">
                <a:solidFill>
                  <a:srgbClr val="526474"/>
                </a:solidFill>
                <a:latin typeface="DejaVu Sans"/>
                <a:ea typeface="DejaVu Sans"/>
                <a:cs typeface="DejaVu Sans"/>
              </a:defRPr>
            </a:lvl8pPr>
            <a:lvl9pPr>
              <a:buNone/>
              <a:defRPr sz="1200" b="0">
                <a:solidFill>
                  <a:srgbClr val="526474"/>
                </a:solidFill>
                <a:latin typeface="DejaVu Sans"/>
                <a:ea typeface="DejaVu Sans"/>
                <a:cs typeface="DejaVu Sans"/>
              </a:defRPr>
            </a:lvl9pPr>
          </a:lstStyle>
          <a:p xmlns:a="http://schemas.openxmlformats.org/drawingml/2006/main">
            <a:pPr>
              <a:buNone/>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10 Management and 11 Supervisor / docs/project-plan.md / docs/supervisor-feedback.md</a:t>
            </a:r>
          </a:p>
        </p:txBody>
      </p:sp>
      <p:sp>
        <p:nvSpPr>
          <p:cNvPr id="5" name="">
            <a:extLst xmlns:a="http://schemas.openxmlformats.org/drawingml/2006/main">
              <a:ext uri="{FF2B5EF4-FFF2-40B4-BE49-F238E27FC236}">
                <a16:creationId xmlns:a16="http://schemas.microsoft.com/office/drawing/2014/main" id="{94CA7F45-73F1-49AE-9945-1B5F4EB4C71F}"/>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buNone/>
              <a:defRPr sz="1350" b="1">
                <a:solidFill>
                  <a:srgbClr val="2E6478"/>
                </a:solidFill>
                <a:latin typeface="DejaVu Sans"/>
                <a:ea typeface="DejaVu Sans"/>
                <a:cs typeface="DejaVu Sans"/>
              </a:defRPr>
            </a:lvl1pPr>
            <a:lvl2pPr>
              <a:buNone/>
              <a:defRPr sz="1350" b="1">
                <a:solidFill>
                  <a:srgbClr val="2E6478"/>
                </a:solidFill>
                <a:latin typeface="DejaVu Sans"/>
                <a:ea typeface="DejaVu Sans"/>
                <a:cs typeface="DejaVu Sans"/>
              </a:defRPr>
            </a:lvl2pPr>
            <a:lvl3pPr>
              <a:buNone/>
              <a:defRPr sz="1350" b="1">
                <a:solidFill>
                  <a:srgbClr val="2E6478"/>
                </a:solidFill>
                <a:latin typeface="DejaVu Sans"/>
                <a:ea typeface="DejaVu Sans"/>
                <a:cs typeface="DejaVu Sans"/>
              </a:defRPr>
            </a:lvl3pPr>
            <a:lvl4pPr>
              <a:buNone/>
              <a:defRPr sz="1350" b="1">
                <a:solidFill>
                  <a:srgbClr val="2E6478"/>
                </a:solidFill>
                <a:latin typeface="DejaVu Sans"/>
                <a:ea typeface="DejaVu Sans"/>
                <a:cs typeface="DejaVu Sans"/>
              </a:defRPr>
            </a:lvl4pPr>
            <a:lvl5pPr>
              <a:buNone/>
              <a:defRPr sz="1350" b="1">
                <a:solidFill>
                  <a:srgbClr val="2E6478"/>
                </a:solidFill>
                <a:latin typeface="DejaVu Sans"/>
                <a:ea typeface="DejaVu Sans"/>
                <a:cs typeface="DejaVu Sans"/>
              </a:defRPr>
            </a:lvl5pPr>
            <a:lvl6pPr>
              <a:buNone/>
              <a:defRPr sz="1350" b="1">
                <a:solidFill>
                  <a:srgbClr val="2E6478"/>
                </a:solidFill>
                <a:latin typeface="DejaVu Sans"/>
                <a:ea typeface="DejaVu Sans"/>
                <a:cs typeface="DejaVu Sans"/>
              </a:defRPr>
            </a:lvl6pPr>
            <a:lvl7pPr>
              <a:buNone/>
              <a:defRPr sz="1350" b="1">
                <a:solidFill>
                  <a:srgbClr val="2E6478"/>
                </a:solidFill>
                <a:latin typeface="DejaVu Sans"/>
                <a:ea typeface="DejaVu Sans"/>
                <a:cs typeface="DejaVu Sans"/>
              </a:defRPr>
            </a:lvl7pPr>
            <a:lvl8pPr>
              <a:buNone/>
              <a:defRPr sz="1350" b="1">
                <a:solidFill>
                  <a:srgbClr val="2E6478"/>
                </a:solidFill>
                <a:latin typeface="DejaVu Sans"/>
                <a:ea typeface="DejaVu Sans"/>
                <a:cs typeface="DejaVu Sans"/>
              </a:defRPr>
            </a:lvl8pPr>
            <a:lvl9pPr>
              <a:buNone/>
              <a:defRPr sz="1350" b="1">
                <a:solidFill>
                  <a:srgbClr val="2E6478"/>
                </a:solidFill>
                <a:latin typeface="DejaVu Sans"/>
                <a:ea typeface="DejaVu Sans"/>
                <a:cs typeface="DejaVu Sans"/>
              </a:defRPr>
            </a:lvl9pPr>
          </a:lstStyle>
          <a:p xmlns:a="http://schemas.openxmlformats.org/drawingml/2006/main">
            <a:pPr>
              <a:buNone/>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2947B680-E740-40D7-8A7B-58ABDDA83C01}"/>
              </a:ext>
            </a:extLst>
          </p:cNvPr>
          <p:cNvSpPr>
            <a:spLocks xmlns:a="http://schemas.openxmlformats.org/drawingml/2006/main" noGrp="1"/>
          </p:cNvSpPr>
          <p:nvPr/>
        </p:nvSpPr>
        <p:spPr>
          <a:xfrm xmlns:a="http://schemas.openxmlformats.org/drawingml/2006/main">
            <a:off x="609600" y="18097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Provisional milestones</a:t>
            </a:r>
          </a:p>
        </p:txBody>
      </p:sp>
      <p:sp>
        <p:nvSpPr>
          <p:cNvPr id="7" name="">
            <a:extLst xmlns:a="http://schemas.openxmlformats.org/drawingml/2006/main">
              <a:ext uri="{FF2B5EF4-FFF2-40B4-BE49-F238E27FC236}">
                <a16:creationId xmlns:a16="http://schemas.microsoft.com/office/drawing/2014/main" id="{CCED3C3D-E908-4EF5-89FD-803406FE0F60}"/>
              </a:ext>
            </a:extLst>
          </p:cNvPr>
          <p:cNvSpPr>
            <a:spLocks xmlns:a="http://schemas.openxmlformats.org/drawingml/2006/main" noGrp="1"/>
          </p:cNvSpPr>
          <p:nvPr/>
        </p:nvSpPr>
        <p:spPr>
          <a:xfrm xmlns:a="http://schemas.openxmlformats.org/drawingml/2006/main">
            <a:off x="609600" y="22479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By mid December: evidence and agreed scope. January–March: manual game, generation pilot and integration. By May: evaluation and revision.</a:t>
            </a:r>
          </a:p>
        </p:txBody>
      </p:sp>
      <p:sp>
        <p:nvSpPr>
          <p:cNvPr id="8" name="">
            <a:extLst xmlns:a="http://schemas.openxmlformats.org/drawingml/2006/main">
              <a:ext uri="{FF2B5EF4-FFF2-40B4-BE49-F238E27FC236}">
                <a16:creationId xmlns:a16="http://schemas.microsoft.com/office/drawing/2014/main" id="{784A01C1-B057-40EE-B703-DE5C1A0562F8}"/>
              </a:ext>
            </a:extLst>
          </p:cNvPr>
          <p:cNvSpPr>
            <a:spLocks xmlns:a="http://schemas.openxmlformats.org/drawingml/2006/main" noGrp="1"/>
          </p:cNvSpPr>
          <p:nvPr/>
        </p:nvSpPr>
        <p:spPr>
          <a:xfrm xmlns:a="http://schemas.openxmlformats.org/drawingml/2006/main">
            <a:off x="609600" y="3209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Organization and risks</a:t>
            </a:r>
          </a:p>
        </p:txBody>
      </p:sp>
      <p:sp>
        <p:nvSpPr>
          <p:cNvPr id="9" name="">
            <a:extLst xmlns:a="http://schemas.openxmlformats.org/drawingml/2006/main">
              <a:ext uri="{FF2B5EF4-FFF2-40B4-BE49-F238E27FC236}">
                <a16:creationId xmlns:a16="http://schemas.microsoft.com/office/drawing/2014/main" id="{CE45E46E-042A-4D4F-BA96-8A0DE4B90698}"/>
              </a:ext>
            </a:extLst>
          </p:cNvPr>
          <p:cNvSpPr>
            <a:spLocks xmlns:a="http://schemas.openxmlformats.org/drawingml/2006/main" noGrp="1"/>
          </p:cNvSpPr>
          <p:nvPr/>
        </p:nvSpPr>
        <p:spPr>
          <a:xfrm xmlns:a="http://schemas.openxmlformats.org/drawingml/2006/main">
            <a:off x="609600" y="3648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Eight proposed project issues assign owners and reviews. Risks include oversized mechanics, invalid output and integration delays.</a:t>
            </a:r>
          </a:p>
        </p:txBody>
      </p:sp>
      <p:sp>
        <p:nvSpPr>
          <p:cNvPr id="10" name="">
            <a:extLst xmlns:a="http://schemas.openxmlformats.org/drawingml/2006/main">
              <a:ext uri="{FF2B5EF4-FFF2-40B4-BE49-F238E27FC236}">
                <a16:creationId xmlns:a16="http://schemas.microsoft.com/office/drawing/2014/main" id="{01E19FBF-0CEC-4ECD-A140-7D60486900C1}"/>
              </a:ext>
            </a:extLst>
          </p:cNvPr>
          <p:cNvSpPr>
            <a:spLocks xmlns:a="http://schemas.openxmlformats.org/drawingml/2006/main" noGrp="1"/>
          </p:cNvSpPr>
          <p:nvPr/>
        </p:nvSpPr>
        <p:spPr>
          <a:xfrm xmlns:a="http://schemas.openxmlformats.org/drawingml/2006/main">
            <a:off x="609600" y="4610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E6478"/>
                </a:solidFill>
                <a:latin typeface="DejaVu Sans"/>
                <a:ea typeface="DejaVu Sans"/>
                <a:cs typeface="DejaVu Sans"/>
              </a:defRPr>
            </a:defPPr>
            <a:lvl1pPr>
              <a:buNone/>
              <a:defRPr sz="2025" b="1">
                <a:solidFill>
                  <a:srgbClr val="2E6478"/>
                </a:solidFill>
                <a:latin typeface="DejaVu Sans"/>
                <a:ea typeface="DejaVu Sans"/>
                <a:cs typeface="DejaVu Sans"/>
              </a:defRPr>
            </a:lvl1pPr>
            <a:lvl2pPr>
              <a:buNone/>
              <a:defRPr sz="2025" b="1">
                <a:solidFill>
                  <a:srgbClr val="2E6478"/>
                </a:solidFill>
                <a:latin typeface="DejaVu Sans"/>
                <a:ea typeface="DejaVu Sans"/>
                <a:cs typeface="DejaVu Sans"/>
              </a:defRPr>
            </a:lvl2pPr>
            <a:lvl3pPr>
              <a:buNone/>
              <a:defRPr sz="2025" b="1">
                <a:solidFill>
                  <a:srgbClr val="2E6478"/>
                </a:solidFill>
                <a:latin typeface="DejaVu Sans"/>
                <a:ea typeface="DejaVu Sans"/>
                <a:cs typeface="DejaVu Sans"/>
              </a:defRPr>
            </a:lvl3pPr>
            <a:lvl4pPr>
              <a:buNone/>
              <a:defRPr sz="2025" b="1">
                <a:solidFill>
                  <a:srgbClr val="2E6478"/>
                </a:solidFill>
                <a:latin typeface="DejaVu Sans"/>
                <a:ea typeface="DejaVu Sans"/>
                <a:cs typeface="DejaVu Sans"/>
              </a:defRPr>
            </a:lvl4pPr>
            <a:lvl5pPr>
              <a:buNone/>
              <a:defRPr sz="2025" b="1">
                <a:solidFill>
                  <a:srgbClr val="2E6478"/>
                </a:solidFill>
                <a:latin typeface="DejaVu Sans"/>
                <a:ea typeface="DejaVu Sans"/>
                <a:cs typeface="DejaVu Sans"/>
              </a:defRPr>
            </a:lvl5pPr>
            <a:lvl6pPr>
              <a:buNone/>
              <a:defRPr sz="2025" b="1">
                <a:solidFill>
                  <a:srgbClr val="2E6478"/>
                </a:solidFill>
                <a:latin typeface="DejaVu Sans"/>
                <a:ea typeface="DejaVu Sans"/>
                <a:cs typeface="DejaVu Sans"/>
              </a:defRPr>
            </a:lvl6pPr>
            <a:lvl7pPr>
              <a:buNone/>
              <a:defRPr sz="2025" b="1">
                <a:solidFill>
                  <a:srgbClr val="2E6478"/>
                </a:solidFill>
                <a:latin typeface="DejaVu Sans"/>
                <a:ea typeface="DejaVu Sans"/>
                <a:cs typeface="DejaVu Sans"/>
              </a:defRPr>
            </a:lvl7pPr>
            <a:lvl8pPr>
              <a:buNone/>
              <a:defRPr sz="2025" b="1">
                <a:solidFill>
                  <a:srgbClr val="2E6478"/>
                </a:solidFill>
                <a:latin typeface="DejaVu Sans"/>
                <a:ea typeface="DejaVu Sans"/>
                <a:cs typeface="DejaVu Sans"/>
              </a:defRPr>
            </a:lvl8pPr>
            <a:lvl9pPr>
              <a:buNone/>
              <a:defRPr sz="2025" b="1">
                <a:solidFill>
                  <a:srgbClr val="2E6478"/>
                </a:solidFill>
                <a:latin typeface="DejaVu Sans"/>
                <a:ea typeface="DejaVu Sans"/>
                <a:cs typeface="DejaVu Sans"/>
              </a:defRPr>
            </a:lvl9pPr>
          </a:lstStyle>
          <a:p xmlns:a="http://schemas.openxmlformats.org/drawingml/2006/main">
            <a:pPr>
              <a:buNone/>
              <a:defRPr sz="2025" b="1">
                <a:solidFill>
                  <a:srgbClr val="2E6478"/>
                </a:solidFill>
                <a:latin typeface="DejaVu Sans"/>
                <a:ea typeface="DejaVu Sans"/>
                <a:cs typeface="DejaVu Sans"/>
              </a:defRPr>
            </a:pPr>
            <a:r>
              <a:rPr sz="2025" b="1">
                <a:solidFill>
                  <a:srgbClr val="2E6478"/>
                </a:solidFill>
                <a:latin typeface="DejaVu Sans"/>
                <a:ea typeface="DejaVu Sans"/>
                <a:cs typeface="DejaVu Sans"/>
              </a:rPr>
              <a:t>Supervisor and repository status</a:t>
            </a:r>
          </a:p>
        </p:txBody>
      </p:sp>
      <p:sp>
        <p:nvSpPr>
          <p:cNvPr id="11" name="">
            <a:extLst xmlns:a="http://schemas.openxmlformats.org/drawingml/2006/main">
              <a:ext uri="{FF2B5EF4-FFF2-40B4-BE49-F238E27FC236}">
                <a16:creationId xmlns:a16="http://schemas.microsoft.com/office/drawing/2014/main" id="{1E2DCC39-018B-46B7-83F2-47A08F3EF9AD}"/>
              </a:ext>
            </a:extLst>
          </p:cNvPr>
          <p:cNvSpPr>
            <a:spLocks xmlns:a="http://schemas.openxmlformats.org/drawingml/2006/main" noGrp="1"/>
          </p:cNvSpPr>
          <p:nvPr/>
        </p:nvSpPr>
        <p:spPr>
          <a:xfrm xmlns:a="http://schemas.openxmlformats.org/drawingml/2006/main">
            <a:off x="609600" y="5048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buNone/>
              <a:defRPr sz="1875" b="0">
                <a:solidFill>
                  <a:srgbClr val="172C40"/>
                </a:solidFill>
                <a:latin typeface="DejaVu Sans"/>
                <a:ea typeface="DejaVu Sans"/>
                <a:cs typeface="DejaVu Sans"/>
              </a:defRPr>
            </a:lvl1pPr>
            <a:lvl2pPr>
              <a:buNone/>
              <a:defRPr sz="1875" b="0">
                <a:solidFill>
                  <a:srgbClr val="172C40"/>
                </a:solidFill>
                <a:latin typeface="DejaVu Sans"/>
                <a:ea typeface="DejaVu Sans"/>
                <a:cs typeface="DejaVu Sans"/>
              </a:defRPr>
            </a:lvl2pPr>
            <a:lvl3pPr>
              <a:buNone/>
              <a:defRPr sz="1875" b="0">
                <a:solidFill>
                  <a:srgbClr val="172C40"/>
                </a:solidFill>
                <a:latin typeface="DejaVu Sans"/>
                <a:ea typeface="DejaVu Sans"/>
                <a:cs typeface="DejaVu Sans"/>
              </a:defRPr>
            </a:lvl3pPr>
            <a:lvl4pPr>
              <a:buNone/>
              <a:defRPr sz="1875" b="0">
                <a:solidFill>
                  <a:srgbClr val="172C40"/>
                </a:solidFill>
                <a:latin typeface="DejaVu Sans"/>
                <a:ea typeface="DejaVu Sans"/>
                <a:cs typeface="DejaVu Sans"/>
              </a:defRPr>
            </a:lvl4pPr>
            <a:lvl5pPr>
              <a:buNone/>
              <a:defRPr sz="1875" b="0">
                <a:solidFill>
                  <a:srgbClr val="172C40"/>
                </a:solidFill>
                <a:latin typeface="DejaVu Sans"/>
                <a:ea typeface="DejaVu Sans"/>
                <a:cs typeface="DejaVu Sans"/>
              </a:defRPr>
            </a:lvl5pPr>
            <a:lvl6pPr>
              <a:buNone/>
              <a:defRPr sz="1875" b="0">
                <a:solidFill>
                  <a:srgbClr val="172C40"/>
                </a:solidFill>
                <a:latin typeface="DejaVu Sans"/>
                <a:ea typeface="DejaVu Sans"/>
                <a:cs typeface="DejaVu Sans"/>
              </a:defRPr>
            </a:lvl6pPr>
            <a:lvl7pPr>
              <a:buNone/>
              <a:defRPr sz="1875" b="0">
                <a:solidFill>
                  <a:srgbClr val="172C40"/>
                </a:solidFill>
                <a:latin typeface="DejaVu Sans"/>
                <a:ea typeface="DejaVu Sans"/>
                <a:cs typeface="DejaVu Sans"/>
              </a:defRPr>
            </a:lvl7pPr>
            <a:lvl8pPr>
              <a:buNone/>
              <a:defRPr sz="1875" b="0">
                <a:solidFill>
                  <a:srgbClr val="172C40"/>
                </a:solidFill>
                <a:latin typeface="DejaVu Sans"/>
                <a:ea typeface="DejaVu Sans"/>
                <a:cs typeface="DejaVu Sans"/>
              </a:defRPr>
            </a:lvl8pPr>
            <a:lvl9pPr>
              <a:buNone/>
              <a:defRPr sz="1875" b="0">
                <a:solidFill>
                  <a:srgbClr val="172C40"/>
                </a:solidFill>
                <a:latin typeface="DejaVu Sans"/>
                <a:ea typeface="DejaVu Sans"/>
                <a:cs typeface="DejaVu Sans"/>
              </a:defRPr>
            </a:lvl9pPr>
          </a:lstStyle>
          <a:p xmlns:a="http://schemas.openxmlformats.org/drawingml/2006/main">
            <a:pPr>
              <a:buNone/>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Supervisor requests concise coverage of every section. Artifact review, real YouTrack links, peer-review evidence and submission tag remain pending.</a:t>
            </a:r>
          </a:p>
        </p:txBody>
      </p:sp>
    </p:spTree>
    <p:extLst>
      <p:ext uri="{BB962C8B-B14F-4D97-AF65-F5344CB8AC3E}">
        <p14:creationId xmlns:p14="http://schemas.microsoft.com/office/powerpoint/2010/main" val="991389057"/>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5EB3AA8-0414-4619-B2B1-A1F8E77260FC}"/>
              </a:ext>
            </a:extLst>
          </p:cNvPr>
          <p:cNvSpPr>
            <a:spLocks xmlns:a="http://schemas.openxmlformats.org/drawingml/2006/main" noGrp="1"/>
          </p:cNvSpPr>
          <p:nvPr/>
        </p:nvSpPr>
        <p:spPr>
          <a:xfrm xmlns:a="http://schemas.openxmlformats.org/drawingml/2006/main">
            <a:off x="609600" y="8001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Appendix: proposed system context</a:t>
            </a:r>
          </a:p>
        </p:txBody>
      </p:sp>
      <p:sp>
        <p:nvSpPr>
          <p:cNvPr id="2" name="">
            <a:extLst xmlns:a="http://schemas.openxmlformats.org/drawingml/2006/main">
              <a:ext uri="{FF2B5EF4-FFF2-40B4-BE49-F238E27FC236}">
                <a16:creationId xmlns:a16="http://schemas.microsoft.com/office/drawing/2014/main" id="{8BC3D5E8-6D91-4915-B055-9A5682FFBC7A}"/>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7 Architecture / Editable context summary / diagrams/system-context.mmd</a:t>
            </a:r>
          </a:p>
        </p:txBody>
      </p:sp>
      <p:sp>
        <p:nvSpPr>
          <p:cNvPr id="3" name="">
            <a:extLst xmlns:a="http://schemas.openxmlformats.org/drawingml/2006/main">
              <a:ext uri="{FF2B5EF4-FFF2-40B4-BE49-F238E27FC236}">
                <a16:creationId xmlns:a16="http://schemas.microsoft.com/office/drawing/2014/main" id="{FCDB0B5D-7C79-470B-827B-C31A37F56C39}"/>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AE8C46A1-34D3-40D9-A66C-B9A88EAEA63E}"/>
              </a:ext>
            </a:extLst>
          </p:cNvPr>
          <p:cNvSpPr>
            <a:spLocks xmlns:a="http://schemas.openxmlformats.org/drawingml/2006/main" noGrp="1"/>
          </p:cNvSpPr>
          <p:nvPr/>
        </p:nvSpPr>
        <p:spPr>
          <a:xfrm xmlns:a="http://schemas.openxmlformats.org/drawingml/2006/main">
            <a:off x="609600" y="2514600"/>
            <a:ext cx="2095500" cy="1238250"/>
          </a:xfrm>
          <a:prstGeom xmlns:a="http://schemas.openxmlformats.org/drawingml/2006/main" prst="rect">
            <a:avLst/>
          </a:prstGeom>
          <a:solidFill xmlns:a="http://schemas.openxmlformats.org/drawingml/2006/main">
            <a:srgbClr val="E7EEF2"/>
          </a:solidFill>
          <a:ln xmlns:a="http://schemas.openxmlformats.org/drawingml/2006/main" w="9525">
            <a:solidFill>
              <a:srgbClr val="CAD4DB"/>
            </a:solidFill>
          </a:ln>
        </p:spPr>
      </p:sp>
      <p:sp>
        <p:nvSpPr>
          <p:cNvPr id="5" name="">
            <a:extLst xmlns:a="http://schemas.openxmlformats.org/drawingml/2006/main">
              <a:ext uri="{FF2B5EF4-FFF2-40B4-BE49-F238E27FC236}">
                <a16:creationId xmlns:a16="http://schemas.microsoft.com/office/drawing/2014/main" id="{A2DC4159-B104-49EA-8004-2C931A7E7C59}"/>
              </a:ext>
            </a:extLst>
          </p:cNvPr>
          <p:cNvSpPr>
            <a:spLocks xmlns:a="http://schemas.openxmlformats.org/drawingml/2006/main" noGrp="1"/>
          </p:cNvSpPr>
          <p:nvPr/>
        </p:nvSpPr>
        <p:spPr>
          <a:xfrm xmlns:a="http://schemas.openxmlformats.org/drawingml/2006/main">
            <a:off x="781050" y="2667000"/>
            <a:ext cx="1752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defRPr sz="1725" b="1">
                <a:solidFill>
                  <a:srgbClr val="172C40"/>
                </a:solidFill>
                <a:latin typeface="DejaVu Sans"/>
                <a:ea typeface="DejaVu Sans"/>
                <a:cs typeface="DejaVu Sans"/>
              </a:defRPr>
            </a:lvl1pPr>
            <a:lvl2pPr>
              <a:defRPr sz="1725" b="1">
                <a:solidFill>
                  <a:srgbClr val="172C40"/>
                </a:solidFill>
                <a:latin typeface="DejaVu Sans"/>
                <a:ea typeface="DejaVu Sans"/>
                <a:cs typeface="DejaVu Sans"/>
              </a:defRPr>
            </a:lvl2pPr>
            <a:lvl3pPr>
              <a:defRPr sz="1725" b="1">
                <a:solidFill>
                  <a:srgbClr val="172C40"/>
                </a:solidFill>
                <a:latin typeface="DejaVu Sans"/>
                <a:ea typeface="DejaVu Sans"/>
                <a:cs typeface="DejaVu Sans"/>
              </a:defRPr>
            </a:lvl3pPr>
            <a:lvl4pPr>
              <a:defRPr sz="1725" b="1">
                <a:solidFill>
                  <a:srgbClr val="172C40"/>
                </a:solidFill>
                <a:latin typeface="DejaVu Sans"/>
                <a:ea typeface="DejaVu Sans"/>
                <a:cs typeface="DejaVu Sans"/>
              </a:defRPr>
            </a:lvl4pPr>
            <a:lvl5pPr>
              <a:defRPr sz="1725" b="1">
                <a:solidFill>
                  <a:srgbClr val="172C40"/>
                </a:solidFill>
                <a:latin typeface="DejaVu Sans"/>
                <a:ea typeface="DejaVu Sans"/>
                <a:cs typeface="DejaVu Sans"/>
              </a:defRPr>
            </a:lvl5pPr>
            <a:lvl6pPr>
              <a:defRPr sz="1725" b="1">
                <a:solidFill>
                  <a:srgbClr val="172C40"/>
                </a:solidFill>
                <a:latin typeface="DejaVu Sans"/>
                <a:ea typeface="DejaVu Sans"/>
                <a:cs typeface="DejaVu Sans"/>
              </a:defRPr>
            </a:lvl6pPr>
            <a:lvl7pPr>
              <a:defRPr sz="1725" b="1">
                <a:solidFill>
                  <a:srgbClr val="172C40"/>
                </a:solidFill>
                <a:latin typeface="DejaVu Sans"/>
                <a:ea typeface="DejaVu Sans"/>
                <a:cs typeface="DejaVu Sans"/>
              </a:defRPr>
            </a:lvl7pPr>
            <a:lvl8pPr>
              <a:defRPr sz="1725" b="1">
                <a:solidFill>
                  <a:srgbClr val="172C40"/>
                </a:solidFill>
                <a:latin typeface="DejaVu Sans"/>
                <a:ea typeface="DejaVu Sans"/>
                <a:cs typeface="DejaVu Sans"/>
              </a:defRPr>
            </a:lvl8pPr>
            <a:lvl9pPr>
              <a:defRPr sz="1725" b="1">
                <a:solidFill>
                  <a:srgbClr val="172C40"/>
                </a:solidFill>
                <a:latin typeface="DejaVu Sans"/>
                <a:ea typeface="DejaVu Sans"/>
                <a:cs typeface="DejaVu Sans"/>
              </a:defRPr>
            </a:lvl9pPr>
          </a:lstStyle>
          <a:p xmlns:a="http://schemas.openxmlformats.org/drawingml/2006/main">
            <a:pPr>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Author</a:t>
            </a:r>
          </a:p>
          <a:p xmlns:a="http://schemas.openxmlformats.org/drawingml/2006/main">
            <a:pPr>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Story and play</a:t>
            </a:r>
          </a:p>
        </p:txBody>
      </p:sp>
      <p:sp>
        <p:nvSpPr>
          <p:cNvPr id="6" name="">
            <a:extLst xmlns:a="http://schemas.openxmlformats.org/drawingml/2006/main">
              <a:ext uri="{FF2B5EF4-FFF2-40B4-BE49-F238E27FC236}">
                <a16:creationId xmlns:a16="http://schemas.microsoft.com/office/drawing/2014/main" id="{BEA31DC5-DA56-499A-BC26-B12D5D94EAB9}"/>
              </a:ext>
            </a:extLst>
          </p:cNvPr>
          <p:cNvSpPr>
            <a:spLocks xmlns:a="http://schemas.openxmlformats.org/drawingml/2006/main" noGrp="1"/>
          </p:cNvSpPr>
          <p:nvPr/>
        </p:nvSpPr>
        <p:spPr>
          <a:xfrm xmlns:a="http://schemas.openxmlformats.org/drawingml/2006/main">
            <a:off x="4095750" y="1952625"/>
            <a:ext cx="4000500" cy="2476500"/>
          </a:xfrm>
          <a:prstGeom xmlns:a="http://schemas.openxmlformats.org/drawingml/2006/main" prst="rect">
            <a:avLst/>
          </a:prstGeom>
          <a:solidFill xmlns:a="http://schemas.openxmlformats.org/drawingml/2006/main">
            <a:srgbClr val="E7EEF2"/>
          </a:solidFill>
          <a:ln xmlns:a="http://schemas.openxmlformats.org/drawingml/2006/main" w="9525">
            <a:solidFill>
              <a:srgbClr val="CAD4DB"/>
            </a:solidFill>
          </a:ln>
        </p:spPr>
      </p:sp>
      <p:sp>
        <p:nvSpPr>
          <p:cNvPr id="7" name="">
            <a:extLst xmlns:a="http://schemas.openxmlformats.org/drawingml/2006/main">
              <a:ext uri="{FF2B5EF4-FFF2-40B4-BE49-F238E27FC236}">
                <a16:creationId xmlns:a16="http://schemas.microsoft.com/office/drawing/2014/main" id="{256AA2BC-1110-485D-96D2-B930207078AC}"/>
              </a:ext>
            </a:extLst>
          </p:cNvPr>
          <p:cNvSpPr>
            <a:spLocks xmlns:a="http://schemas.openxmlformats.org/drawingml/2006/main" noGrp="1"/>
          </p:cNvSpPr>
          <p:nvPr/>
        </p:nvSpPr>
        <p:spPr>
          <a:xfrm xmlns:a="http://schemas.openxmlformats.org/drawingml/2006/main">
            <a:off x="4286250" y="215265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C40"/>
                </a:solidFill>
                <a:latin typeface="DejaVu Sans"/>
                <a:ea typeface="DejaVu Sans"/>
                <a:cs typeface="DejaVu Sans"/>
              </a:defRPr>
            </a:defPPr>
            <a:lvl1pPr>
              <a:defRPr sz="2175" b="1">
                <a:solidFill>
                  <a:srgbClr val="172C40"/>
                </a:solidFill>
                <a:latin typeface="DejaVu Sans"/>
                <a:ea typeface="DejaVu Sans"/>
                <a:cs typeface="DejaVu Sans"/>
              </a:defRPr>
            </a:lvl1pPr>
            <a:lvl2pPr>
              <a:defRPr sz="2175" b="1">
                <a:solidFill>
                  <a:srgbClr val="172C40"/>
                </a:solidFill>
                <a:latin typeface="DejaVu Sans"/>
                <a:ea typeface="DejaVu Sans"/>
                <a:cs typeface="DejaVu Sans"/>
              </a:defRPr>
            </a:lvl2pPr>
            <a:lvl3pPr>
              <a:defRPr sz="2175" b="1">
                <a:solidFill>
                  <a:srgbClr val="172C40"/>
                </a:solidFill>
                <a:latin typeface="DejaVu Sans"/>
                <a:ea typeface="DejaVu Sans"/>
                <a:cs typeface="DejaVu Sans"/>
              </a:defRPr>
            </a:lvl3pPr>
            <a:lvl4pPr>
              <a:defRPr sz="2175" b="1">
                <a:solidFill>
                  <a:srgbClr val="172C40"/>
                </a:solidFill>
                <a:latin typeface="DejaVu Sans"/>
                <a:ea typeface="DejaVu Sans"/>
                <a:cs typeface="DejaVu Sans"/>
              </a:defRPr>
            </a:lvl4pPr>
            <a:lvl5pPr>
              <a:defRPr sz="2175" b="1">
                <a:solidFill>
                  <a:srgbClr val="172C40"/>
                </a:solidFill>
                <a:latin typeface="DejaVu Sans"/>
                <a:ea typeface="DejaVu Sans"/>
                <a:cs typeface="DejaVu Sans"/>
              </a:defRPr>
            </a:lvl5pPr>
            <a:lvl6pPr>
              <a:defRPr sz="2175" b="1">
                <a:solidFill>
                  <a:srgbClr val="172C40"/>
                </a:solidFill>
                <a:latin typeface="DejaVu Sans"/>
                <a:ea typeface="DejaVu Sans"/>
                <a:cs typeface="DejaVu Sans"/>
              </a:defRPr>
            </a:lvl6pPr>
            <a:lvl7pPr>
              <a:defRPr sz="2175" b="1">
                <a:solidFill>
                  <a:srgbClr val="172C40"/>
                </a:solidFill>
                <a:latin typeface="DejaVu Sans"/>
                <a:ea typeface="DejaVu Sans"/>
                <a:cs typeface="DejaVu Sans"/>
              </a:defRPr>
            </a:lvl7pPr>
            <a:lvl8pPr>
              <a:defRPr sz="2175" b="1">
                <a:solidFill>
                  <a:srgbClr val="172C40"/>
                </a:solidFill>
                <a:latin typeface="DejaVu Sans"/>
                <a:ea typeface="DejaVu Sans"/>
                <a:cs typeface="DejaVu Sans"/>
              </a:defRPr>
            </a:lvl8pPr>
            <a:lvl9pPr>
              <a:defRPr sz="2175" b="1">
                <a:solidFill>
                  <a:srgbClr val="172C40"/>
                </a:solidFill>
                <a:latin typeface="DejaVu Sans"/>
                <a:ea typeface="DejaVu Sans"/>
                <a:cs typeface="DejaVu Sans"/>
              </a:defRPr>
            </a:lvl9pPr>
          </a:lstStyle>
          <a:p xmlns:a="http://schemas.openxmlformats.org/drawingml/2006/main">
            <a:pPr>
              <a:defRPr sz="2175" b="1">
                <a:solidFill>
                  <a:srgbClr val="172C40"/>
                </a:solidFill>
                <a:latin typeface="DejaVu Sans"/>
                <a:ea typeface="DejaVu Sans"/>
                <a:cs typeface="DejaVu Sans"/>
              </a:defRPr>
            </a:pPr>
            <a:r>
              <a:rPr sz="2175" b="1">
                <a:solidFill>
                  <a:srgbClr val="172C40"/>
                </a:solidFill>
                <a:latin typeface="DejaVu Sans"/>
                <a:ea typeface="DejaVu Sans"/>
                <a:cs typeface="DejaVu Sans"/>
              </a:rPr>
              <a:t>Proposed platform</a:t>
            </a:r>
          </a:p>
        </p:txBody>
      </p:sp>
      <p:sp>
        <p:nvSpPr>
          <p:cNvPr id="8" name="">
            <a:extLst xmlns:a="http://schemas.openxmlformats.org/drawingml/2006/main">
              <a:ext uri="{FF2B5EF4-FFF2-40B4-BE49-F238E27FC236}">
                <a16:creationId xmlns:a16="http://schemas.microsoft.com/office/drawing/2014/main" id="{C4E00193-4EC1-4509-93C7-10B006C7A1C5}"/>
              </a:ext>
            </a:extLst>
          </p:cNvPr>
          <p:cNvSpPr>
            <a:spLocks xmlns:a="http://schemas.openxmlformats.org/drawingml/2006/main" noGrp="1"/>
          </p:cNvSpPr>
          <p:nvPr/>
        </p:nvSpPr>
        <p:spPr>
          <a:xfrm xmlns:a="http://schemas.openxmlformats.org/drawingml/2006/main">
            <a:off x="4286250" y="2809875"/>
            <a:ext cx="36195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2C40"/>
                </a:solidFill>
                <a:latin typeface="DejaVu Sans"/>
                <a:ea typeface="DejaVu Sans"/>
                <a:cs typeface="DejaVu Sans"/>
              </a:defRPr>
            </a:defPPr>
            <a:lvl1pPr>
              <a:defRPr sz="1725" b="0">
                <a:solidFill>
                  <a:srgbClr val="172C40"/>
                </a:solidFill>
                <a:latin typeface="DejaVu Sans"/>
                <a:ea typeface="DejaVu Sans"/>
                <a:cs typeface="DejaVu Sans"/>
              </a:defRPr>
            </a:lvl1pPr>
            <a:lvl2pPr>
              <a:defRPr sz="1725" b="0">
                <a:solidFill>
                  <a:srgbClr val="172C40"/>
                </a:solidFill>
                <a:latin typeface="DejaVu Sans"/>
                <a:ea typeface="DejaVu Sans"/>
                <a:cs typeface="DejaVu Sans"/>
              </a:defRPr>
            </a:lvl2pPr>
            <a:lvl3pPr>
              <a:defRPr sz="1725" b="0">
                <a:solidFill>
                  <a:srgbClr val="172C40"/>
                </a:solidFill>
                <a:latin typeface="DejaVu Sans"/>
                <a:ea typeface="DejaVu Sans"/>
                <a:cs typeface="DejaVu Sans"/>
              </a:defRPr>
            </a:lvl3pPr>
            <a:lvl4pPr>
              <a:defRPr sz="1725" b="0">
                <a:solidFill>
                  <a:srgbClr val="172C40"/>
                </a:solidFill>
                <a:latin typeface="DejaVu Sans"/>
                <a:ea typeface="DejaVu Sans"/>
                <a:cs typeface="DejaVu Sans"/>
              </a:defRPr>
            </a:lvl4pPr>
            <a:lvl5pPr>
              <a:defRPr sz="1725" b="0">
                <a:solidFill>
                  <a:srgbClr val="172C40"/>
                </a:solidFill>
                <a:latin typeface="DejaVu Sans"/>
                <a:ea typeface="DejaVu Sans"/>
                <a:cs typeface="DejaVu Sans"/>
              </a:defRPr>
            </a:lvl5pPr>
            <a:lvl6pPr>
              <a:defRPr sz="1725" b="0">
                <a:solidFill>
                  <a:srgbClr val="172C40"/>
                </a:solidFill>
                <a:latin typeface="DejaVu Sans"/>
                <a:ea typeface="DejaVu Sans"/>
                <a:cs typeface="DejaVu Sans"/>
              </a:defRPr>
            </a:lvl6pPr>
            <a:lvl7pPr>
              <a:defRPr sz="1725" b="0">
                <a:solidFill>
                  <a:srgbClr val="172C40"/>
                </a:solidFill>
                <a:latin typeface="DejaVu Sans"/>
                <a:ea typeface="DejaVu Sans"/>
                <a:cs typeface="DejaVu Sans"/>
              </a:defRPr>
            </a:lvl7pPr>
            <a:lvl8pPr>
              <a:defRPr sz="1725" b="0">
                <a:solidFill>
                  <a:srgbClr val="172C40"/>
                </a:solidFill>
                <a:latin typeface="DejaVu Sans"/>
                <a:ea typeface="DejaVu Sans"/>
                <a:cs typeface="DejaVu Sans"/>
              </a:defRPr>
            </a:lvl8pPr>
            <a:lvl9pPr>
              <a:defRPr sz="1725" b="0">
                <a:solidFill>
                  <a:srgbClr val="172C40"/>
                </a:solidFill>
                <a:latin typeface="DejaVu Sans"/>
                <a:ea typeface="DejaVu Sans"/>
                <a:cs typeface="DejaVu Sans"/>
              </a:defRPr>
            </a:lvl9pPr>
          </a:lstStyle>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Authoring and browser runtime</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Platform API and jobs</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Generation and validation</a:t>
            </a:r>
          </a:p>
          <a:p xmlns:a="http://schemas.openxmlformats.org/drawingml/2006/main">
            <a:pPr>
              <a:defRPr sz="1725" b="0">
                <a:solidFill>
                  <a:srgbClr val="172C40"/>
                </a:solidFill>
                <a:latin typeface="DejaVu Sans"/>
                <a:ea typeface="DejaVu Sans"/>
                <a:cs typeface="DejaVu Sans"/>
              </a:defRPr>
            </a:pPr>
            <a:r>
              <a:rPr sz="1725" b="0">
                <a:solidFill>
                  <a:srgbClr val="172C40"/>
                </a:solidFill>
                <a:latin typeface="DejaVu Sans"/>
                <a:ea typeface="DejaVu Sans"/>
                <a:cs typeface="DejaVu Sans"/>
              </a:rPr>
              <a:t>Managed data and artifacts</a:t>
            </a:r>
          </a:p>
        </p:txBody>
      </p:sp>
      <p:sp>
        <p:nvSpPr>
          <p:cNvPr id="9" name="">
            <a:extLst xmlns:a="http://schemas.openxmlformats.org/drawingml/2006/main">
              <a:ext uri="{FF2B5EF4-FFF2-40B4-BE49-F238E27FC236}">
                <a16:creationId xmlns:a16="http://schemas.microsoft.com/office/drawing/2014/main" id="{74CEF0AB-5476-407C-9FB4-01E28EC4F127}"/>
              </a:ext>
            </a:extLst>
          </p:cNvPr>
          <p:cNvSpPr>
            <a:spLocks xmlns:a="http://schemas.openxmlformats.org/drawingml/2006/main" noGrp="1"/>
          </p:cNvSpPr>
          <p:nvPr/>
        </p:nvSpPr>
        <p:spPr>
          <a:xfrm xmlns:a="http://schemas.openxmlformats.org/drawingml/2006/main">
            <a:off x="9525000" y="2514600"/>
            <a:ext cx="2057400" cy="1238250"/>
          </a:xfrm>
          <a:prstGeom xmlns:a="http://schemas.openxmlformats.org/drawingml/2006/main" prst="rect">
            <a:avLst/>
          </a:prstGeom>
          <a:solidFill xmlns:a="http://schemas.openxmlformats.org/drawingml/2006/main">
            <a:srgbClr val="E7EEF2"/>
          </a:solidFill>
          <a:ln xmlns:a="http://schemas.openxmlformats.org/drawingml/2006/main" w="9525">
            <a:solidFill>
              <a:srgbClr val="CAD4DB"/>
            </a:solidFill>
          </a:ln>
        </p:spPr>
      </p:sp>
      <p:sp>
        <p:nvSpPr>
          <p:cNvPr id="10" name="">
            <a:extLst xmlns:a="http://schemas.openxmlformats.org/drawingml/2006/main">
              <a:ext uri="{FF2B5EF4-FFF2-40B4-BE49-F238E27FC236}">
                <a16:creationId xmlns:a16="http://schemas.microsoft.com/office/drawing/2014/main" id="{4E130DEF-91E8-41D1-99A5-8432C0BFEAD6}"/>
              </a:ext>
            </a:extLst>
          </p:cNvPr>
          <p:cNvSpPr>
            <a:spLocks xmlns:a="http://schemas.openxmlformats.org/drawingml/2006/main" noGrp="1"/>
          </p:cNvSpPr>
          <p:nvPr/>
        </p:nvSpPr>
        <p:spPr>
          <a:xfrm xmlns:a="http://schemas.openxmlformats.org/drawingml/2006/main">
            <a:off x="9696450" y="266700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72C40"/>
                </a:solidFill>
                <a:latin typeface="DejaVu Sans"/>
                <a:ea typeface="DejaVu Sans"/>
                <a:cs typeface="DejaVu Sans"/>
              </a:defRPr>
            </a:defPPr>
            <a:lvl1pPr>
              <a:defRPr sz="1725" b="1">
                <a:solidFill>
                  <a:srgbClr val="172C40"/>
                </a:solidFill>
                <a:latin typeface="DejaVu Sans"/>
                <a:ea typeface="DejaVu Sans"/>
                <a:cs typeface="DejaVu Sans"/>
              </a:defRPr>
            </a:lvl1pPr>
            <a:lvl2pPr>
              <a:defRPr sz="1725" b="1">
                <a:solidFill>
                  <a:srgbClr val="172C40"/>
                </a:solidFill>
                <a:latin typeface="DejaVu Sans"/>
                <a:ea typeface="DejaVu Sans"/>
                <a:cs typeface="DejaVu Sans"/>
              </a:defRPr>
            </a:lvl2pPr>
            <a:lvl3pPr>
              <a:defRPr sz="1725" b="1">
                <a:solidFill>
                  <a:srgbClr val="172C40"/>
                </a:solidFill>
                <a:latin typeface="DejaVu Sans"/>
                <a:ea typeface="DejaVu Sans"/>
                <a:cs typeface="DejaVu Sans"/>
              </a:defRPr>
            </a:lvl3pPr>
            <a:lvl4pPr>
              <a:defRPr sz="1725" b="1">
                <a:solidFill>
                  <a:srgbClr val="172C40"/>
                </a:solidFill>
                <a:latin typeface="DejaVu Sans"/>
                <a:ea typeface="DejaVu Sans"/>
                <a:cs typeface="DejaVu Sans"/>
              </a:defRPr>
            </a:lvl4pPr>
            <a:lvl5pPr>
              <a:defRPr sz="1725" b="1">
                <a:solidFill>
                  <a:srgbClr val="172C40"/>
                </a:solidFill>
                <a:latin typeface="DejaVu Sans"/>
                <a:ea typeface="DejaVu Sans"/>
                <a:cs typeface="DejaVu Sans"/>
              </a:defRPr>
            </a:lvl5pPr>
            <a:lvl6pPr>
              <a:defRPr sz="1725" b="1">
                <a:solidFill>
                  <a:srgbClr val="172C40"/>
                </a:solidFill>
                <a:latin typeface="DejaVu Sans"/>
                <a:ea typeface="DejaVu Sans"/>
                <a:cs typeface="DejaVu Sans"/>
              </a:defRPr>
            </a:lvl6pPr>
            <a:lvl7pPr>
              <a:defRPr sz="1725" b="1">
                <a:solidFill>
                  <a:srgbClr val="172C40"/>
                </a:solidFill>
                <a:latin typeface="DejaVu Sans"/>
                <a:ea typeface="DejaVu Sans"/>
                <a:cs typeface="DejaVu Sans"/>
              </a:defRPr>
            </a:lvl7pPr>
            <a:lvl8pPr>
              <a:defRPr sz="1725" b="1">
                <a:solidFill>
                  <a:srgbClr val="172C40"/>
                </a:solidFill>
                <a:latin typeface="DejaVu Sans"/>
                <a:ea typeface="DejaVu Sans"/>
                <a:cs typeface="DejaVu Sans"/>
              </a:defRPr>
            </a:lvl8pPr>
            <a:lvl9pPr>
              <a:defRPr sz="1725" b="1">
                <a:solidFill>
                  <a:srgbClr val="172C40"/>
                </a:solidFill>
                <a:latin typeface="DejaVu Sans"/>
                <a:ea typeface="DejaVu Sans"/>
                <a:cs typeface="DejaVu Sans"/>
              </a:defRPr>
            </a:lvl9pPr>
          </a:lstStyle>
          <a:p xmlns:a="http://schemas.openxmlformats.org/drawingml/2006/main">
            <a:pPr>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Model provider</a:t>
            </a:r>
          </a:p>
          <a:p xmlns:a="http://schemas.openxmlformats.org/drawingml/2006/main">
            <a:pPr>
              <a:defRPr sz="1725" b="1">
                <a:solidFill>
                  <a:srgbClr val="172C40"/>
                </a:solidFill>
                <a:latin typeface="DejaVu Sans"/>
                <a:ea typeface="DejaVu Sans"/>
                <a:cs typeface="DejaVu Sans"/>
              </a:defRPr>
            </a:pPr>
            <a:r>
              <a:rPr sz="1725" b="1">
                <a:solidFill>
                  <a:srgbClr val="172C40"/>
                </a:solidFill>
                <a:latin typeface="DejaVu Sans"/>
                <a:ea typeface="DejaVu Sans"/>
                <a:cs typeface="DejaVu Sans"/>
              </a:rPr>
              <a:t>(optional)</a:t>
            </a:r>
          </a:p>
        </p:txBody>
      </p:sp>
      <p:sp>
        <p:nvSpPr>
          <p:cNvPr id="11" name="">
            <a:extLst xmlns:a="http://schemas.openxmlformats.org/drawingml/2006/main">
              <a:ext uri="{FF2B5EF4-FFF2-40B4-BE49-F238E27FC236}">
                <a16:creationId xmlns:a16="http://schemas.microsoft.com/office/drawing/2014/main" id="{99F9012F-64BD-4B9A-80E1-0FABC1EADE68}"/>
              </a:ext>
            </a:extLst>
          </p:cNvPr>
          <p:cNvSpPr>
            <a:spLocks xmlns:a="http://schemas.openxmlformats.org/drawingml/2006/main" noGrp="1"/>
          </p:cNvSpPr>
          <p:nvPr/>
        </p:nvSpPr>
        <p:spPr>
          <a:xfrm xmlns:a="http://schemas.openxmlformats.org/drawingml/2006/main">
            <a:off x="2724150" y="2143125"/>
            <a:ext cx="13620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E6478"/>
                </a:solidFill>
                <a:latin typeface="DejaVu Sans"/>
                <a:ea typeface="DejaVu Sans"/>
                <a:cs typeface="DejaVu Sans"/>
              </a:defRPr>
            </a:defPPr>
            <a:lvl1pPr>
              <a:defRPr sz="1575" b="0">
                <a:solidFill>
                  <a:srgbClr val="2E6478"/>
                </a:solidFill>
                <a:latin typeface="DejaVu Sans"/>
                <a:ea typeface="DejaVu Sans"/>
                <a:cs typeface="DejaVu Sans"/>
              </a:defRPr>
            </a:lvl1pPr>
            <a:lvl2pPr>
              <a:defRPr sz="1575" b="0">
                <a:solidFill>
                  <a:srgbClr val="2E6478"/>
                </a:solidFill>
                <a:latin typeface="DejaVu Sans"/>
                <a:ea typeface="DejaVu Sans"/>
                <a:cs typeface="DejaVu Sans"/>
              </a:defRPr>
            </a:lvl2pPr>
            <a:lvl3pPr>
              <a:defRPr sz="1575" b="0">
                <a:solidFill>
                  <a:srgbClr val="2E6478"/>
                </a:solidFill>
                <a:latin typeface="DejaVu Sans"/>
                <a:ea typeface="DejaVu Sans"/>
                <a:cs typeface="DejaVu Sans"/>
              </a:defRPr>
            </a:lvl3pPr>
            <a:lvl4pPr>
              <a:defRPr sz="1575" b="0">
                <a:solidFill>
                  <a:srgbClr val="2E6478"/>
                </a:solidFill>
                <a:latin typeface="DejaVu Sans"/>
                <a:ea typeface="DejaVu Sans"/>
                <a:cs typeface="DejaVu Sans"/>
              </a:defRPr>
            </a:lvl4pPr>
            <a:lvl5pPr>
              <a:defRPr sz="1575" b="0">
                <a:solidFill>
                  <a:srgbClr val="2E6478"/>
                </a:solidFill>
                <a:latin typeface="DejaVu Sans"/>
                <a:ea typeface="DejaVu Sans"/>
                <a:cs typeface="DejaVu Sans"/>
              </a:defRPr>
            </a:lvl5pPr>
            <a:lvl6pPr>
              <a:defRPr sz="1575" b="0">
                <a:solidFill>
                  <a:srgbClr val="2E6478"/>
                </a:solidFill>
                <a:latin typeface="DejaVu Sans"/>
                <a:ea typeface="DejaVu Sans"/>
                <a:cs typeface="DejaVu Sans"/>
              </a:defRPr>
            </a:lvl6pPr>
            <a:lvl7pPr>
              <a:defRPr sz="1575" b="0">
                <a:solidFill>
                  <a:srgbClr val="2E6478"/>
                </a:solidFill>
                <a:latin typeface="DejaVu Sans"/>
                <a:ea typeface="DejaVu Sans"/>
                <a:cs typeface="DejaVu Sans"/>
              </a:defRPr>
            </a:lvl7pPr>
            <a:lvl8pPr>
              <a:defRPr sz="1575" b="0">
                <a:solidFill>
                  <a:srgbClr val="2E6478"/>
                </a:solidFill>
                <a:latin typeface="DejaVu Sans"/>
                <a:ea typeface="DejaVu Sans"/>
                <a:cs typeface="DejaVu Sans"/>
              </a:defRPr>
            </a:lvl8pPr>
            <a:lvl9pPr>
              <a:defRPr sz="1575" b="0">
                <a:solidFill>
                  <a:srgbClr val="2E6478"/>
                </a:solidFill>
                <a:latin typeface="DejaVu Sans"/>
                <a:ea typeface="DejaVu Sans"/>
                <a:cs typeface="DejaVu Sans"/>
              </a:defRPr>
            </a:lvl9pPr>
          </a:lstStyle>
          <a:p xmlns:a="http://schemas.openxmlformats.org/drawingml/2006/main">
            <a:pPr>
              <a:defRPr sz="1575" b="0">
                <a:solidFill>
                  <a:srgbClr val="2E6478"/>
                </a:solidFill>
                <a:latin typeface="DejaVu Sans"/>
                <a:ea typeface="DejaVu Sans"/>
                <a:cs typeface="DejaVu Sans"/>
              </a:defRPr>
            </a:pPr>
            <a:r>
              <a:rPr sz="1575" b="0">
                <a:solidFill>
                  <a:srgbClr val="2E6478"/>
                </a:solidFill>
                <a:latin typeface="DejaVu Sans"/>
                <a:ea typeface="DejaVu Sans"/>
                <a:cs typeface="DejaVu Sans"/>
              </a:rPr>
              <a:t>Story and</a:t>
            </a:r>
          </a:p>
          <a:p xmlns:a="http://schemas.openxmlformats.org/drawingml/2006/main">
            <a:pPr>
              <a:defRPr sz="1575" b="0">
                <a:solidFill>
                  <a:srgbClr val="2E6478"/>
                </a:solidFill>
                <a:latin typeface="DejaVu Sans"/>
                <a:ea typeface="DejaVu Sans"/>
                <a:cs typeface="DejaVu Sans"/>
              </a:defRPr>
            </a:pPr>
            <a:r>
              <a:rPr sz="1575" b="0">
                <a:solidFill>
                  <a:srgbClr val="2E6478"/>
                </a:solidFill>
                <a:latin typeface="DejaVu Sans"/>
                <a:ea typeface="DejaVu Sans"/>
                <a:cs typeface="DejaVu Sans"/>
              </a:rPr>
              <a:t>parameters</a:t>
            </a:r>
          </a:p>
          <a:p xmlns:a="http://schemas.openxmlformats.org/drawingml/2006/main">
            <a:pPr>
              <a:defRPr sz="1575" b="0">
                <a:solidFill>
                  <a:srgbClr val="2E6478"/>
                </a:solidFill>
                <a:latin typeface="DejaVu Sans"/>
                <a:ea typeface="DejaVu Sans"/>
                <a:cs typeface="DejaVu Sans"/>
              </a:defRPr>
            </a:pPr>
            <a:r>
              <a:rPr sz="1575" b="0">
                <a:solidFill>
                  <a:srgbClr val="2E6478"/>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5ACE73A0-42E1-4E93-B30D-F00C8C6CE3F6}"/>
              </a:ext>
            </a:extLst>
          </p:cNvPr>
          <p:cNvSpPr>
            <a:spLocks xmlns:a="http://schemas.openxmlformats.org/drawingml/2006/main" noGrp="1"/>
          </p:cNvSpPr>
          <p:nvPr/>
        </p:nvSpPr>
        <p:spPr>
          <a:xfrm xmlns:a="http://schemas.openxmlformats.org/drawingml/2006/main">
            <a:off x="2724150" y="3429000"/>
            <a:ext cx="13620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2E6478"/>
                </a:solidFill>
                <a:latin typeface="DejaVu Sans"/>
                <a:ea typeface="DejaVu Sans"/>
                <a:cs typeface="DejaVu Sans"/>
              </a:defRPr>
            </a:defPPr>
            <a:lvl1pPr>
              <a:defRPr sz="1500" b="0">
                <a:solidFill>
                  <a:srgbClr val="2E6478"/>
                </a:solidFill>
                <a:latin typeface="DejaVu Sans"/>
                <a:ea typeface="DejaVu Sans"/>
                <a:cs typeface="DejaVu Sans"/>
              </a:defRPr>
            </a:lvl1pPr>
            <a:lvl2pPr>
              <a:defRPr sz="1500" b="0">
                <a:solidFill>
                  <a:srgbClr val="2E6478"/>
                </a:solidFill>
                <a:latin typeface="DejaVu Sans"/>
                <a:ea typeface="DejaVu Sans"/>
                <a:cs typeface="DejaVu Sans"/>
              </a:defRPr>
            </a:lvl2pPr>
            <a:lvl3pPr>
              <a:defRPr sz="1500" b="0">
                <a:solidFill>
                  <a:srgbClr val="2E6478"/>
                </a:solidFill>
                <a:latin typeface="DejaVu Sans"/>
                <a:ea typeface="DejaVu Sans"/>
                <a:cs typeface="DejaVu Sans"/>
              </a:defRPr>
            </a:lvl3pPr>
            <a:lvl4pPr>
              <a:defRPr sz="1500" b="0">
                <a:solidFill>
                  <a:srgbClr val="2E6478"/>
                </a:solidFill>
                <a:latin typeface="DejaVu Sans"/>
                <a:ea typeface="DejaVu Sans"/>
                <a:cs typeface="DejaVu Sans"/>
              </a:defRPr>
            </a:lvl4pPr>
            <a:lvl5pPr>
              <a:defRPr sz="1500" b="0">
                <a:solidFill>
                  <a:srgbClr val="2E6478"/>
                </a:solidFill>
                <a:latin typeface="DejaVu Sans"/>
                <a:ea typeface="DejaVu Sans"/>
                <a:cs typeface="DejaVu Sans"/>
              </a:defRPr>
            </a:lvl5pPr>
            <a:lvl6pPr>
              <a:defRPr sz="1500" b="0">
                <a:solidFill>
                  <a:srgbClr val="2E6478"/>
                </a:solidFill>
                <a:latin typeface="DejaVu Sans"/>
                <a:ea typeface="DejaVu Sans"/>
                <a:cs typeface="DejaVu Sans"/>
              </a:defRPr>
            </a:lvl6pPr>
            <a:lvl7pPr>
              <a:defRPr sz="1500" b="0">
                <a:solidFill>
                  <a:srgbClr val="2E6478"/>
                </a:solidFill>
                <a:latin typeface="DejaVu Sans"/>
                <a:ea typeface="DejaVu Sans"/>
                <a:cs typeface="DejaVu Sans"/>
              </a:defRPr>
            </a:lvl7pPr>
            <a:lvl8pPr>
              <a:defRPr sz="1500" b="0">
                <a:solidFill>
                  <a:srgbClr val="2E6478"/>
                </a:solidFill>
                <a:latin typeface="DejaVu Sans"/>
                <a:ea typeface="DejaVu Sans"/>
                <a:cs typeface="DejaVu Sans"/>
              </a:defRPr>
            </a:lvl8pPr>
            <a:lvl9pPr>
              <a:defRPr sz="1500" b="0">
                <a:solidFill>
                  <a:srgbClr val="2E6478"/>
                </a:solidFill>
                <a:latin typeface="DejaVu Sans"/>
                <a:ea typeface="DejaVu Sans"/>
                <a:cs typeface="DejaVu Sans"/>
              </a:defRPr>
            </a:lvl9pPr>
          </a:lstStyle>
          <a:p xmlns:a="http://schemas.openxmlformats.org/drawingml/2006/main">
            <a:pPr>
              <a:defRPr sz="1500" b="0">
                <a:solidFill>
                  <a:srgbClr val="2E6478"/>
                </a:solidFill>
                <a:latin typeface="DejaVu Sans"/>
                <a:ea typeface="DejaVu Sans"/>
                <a:cs typeface="DejaVu Sans"/>
              </a:defRPr>
            </a:pPr>
            <a:r>
              <a:rPr sz="1500" b="0">
                <a:solidFill>
                  <a:srgbClr val="2E6478"/>
                </a:solidFill>
                <a:latin typeface="DejaVu Sans"/>
                <a:ea typeface="DejaVu Sans"/>
                <a:cs typeface="DejaVu Sans"/>
              </a:rPr>
              <a:t>←</a:t>
            </a:r>
          </a:p>
          <a:p xmlns:a="http://schemas.openxmlformats.org/drawingml/2006/main">
            <a:pPr>
              <a:defRPr sz="1500" b="0">
                <a:solidFill>
                  <a:srgbClr val="2E6478"/>
                </a:solidFill>
                <a:latin typeface="DejaVu Sans"/>
                <a:ea typeface="DejaVu Sans"/>
                <a:cs typeface="DejaVu Sans"/>
              </a:defRPr>
            </a:pPr>
            <a:r>
              <a:rPr sz="1500" b="0">
                <a:solidFill>
                  <a:srgbClr val="2E6478"/>
                </a:solidFill>
                <a:latin typeface="DejaVu Sans"/>
                <a:ea typeface="DejaVu Sans"/>
                <a:cs typeface="DejaVu Sans"/>
              </a:rPr>
              <a:t>Status and</a:t>
            </a:r>
          </a:p>
          <a:p xmlns:a="http://schemas.openxmlformats.org/drawingml/2006/main">
            <a:pPr>
              <a:defRPr sz="1500" b="0">
                <a:solidFill>
                  <a:srgbClr val="2E6478"/>
                </a:solidFill>
                <a:latin typeface="DejaVu Sans"/>
                <a:ea typeface="DejaVu Sans"/>
                <a:cs typeface="DejaVu Sans"/>
              </a:defRPr>
            </a:pPr>
            <a:r>
              <a:rPr sz="1500" b="0">
                <a:solidFill>
                  <a:srgbClr val="2E6478"/>
                </a:solidFill>
                <a:latin typeface="DejaVu Sans"/>
                <a:ea typeface="DejaVu Sans"/>
                <a:cs typeface="DejaVu Sans"/>
              </a:rPr>
              <a:t>game</a:t>
            </a:r>
          </a:p>
        </p:txBody>
      </p:sp>
      <p:sp>
        <p:nvSpPr>
          <p:cNvPr id="13" name="">
            <a:extLst xmlns:a="http://schemas.openxmlformats.org/drawingml/2006/main">
              <a:ext uri="{FF2B5EF4-FFF2-40B4-BE49-F238E27FC236}">
                <a16:creationId xmlns:a16="http://schemas.microsoft.com/office/drawing/2014/main" id="{41EACCE7-F8F1-433C-9769-96C31D2A32AA}"/>
              </a:ext>
            </a:extLst>
          </p:cNvPr>
          <p:cNvSpPr>
            <a:spLocks xmlns:a="http://schemas.openxmlformats.org/drawingml/2006/main" noGrp="1"/>
          </p:cNvSpPr>
          <p:nvPr/>
        </p:nvSpPr>
        <p:spPr>
          <a:xfrm xmlns:a="http://schemas.openxmlformats.org/drawingml/2006/main">
            <a:off x="8124825" y="2143125"/>
            <a:ext cx="1381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E6478"/>
                </a:solidFill>
                <a:latin typeface="DejaVu Sans"/>
                <a:ea typeface="DejaVu Sans"/>
                <a:cs typeface="DejaVu Sans"/>
              </a:defRPr>
            </a:defPPr>
            <a:lvl1pPr>
              <a:defRPr sz="1575" b="0">
                <a:solidFill>
                  <a:srgbClr val="2E6478"/>
                </a:solidFill>
                <a:latin typeface="DejaVu Sans"/>
                <a:ea typeface="DejaVu Sans"/>
                <a:cs typeface="DejaVu Sans"/>
              </a:defRPr>
            </a:lvl1pPr>
            <a:lvl2pPr>
              <a:defRPr sz="1575" b="0">
                <a:solidFill>
                  <a:srgbClr val="2E6478"/>
                </a:solidFill>
                <a:latin typeface="DejaVu Sans"/>
                <a:ea typeface="DejaVu Sans"/>
                <a:cs typeface="DejaVu Sans"/>
              </a:defRPr>
            </a:lvl2pPr>
            <a:lvl3pPr>
              <a:defRPr sz="1575" b="0">
                <a:solidFill>
                  <a:srgbClr val="2E6478"/>
                </a:solidFill>
                <a:latin typeface="DejaVu Sans"/>
                <a:ea typeface="DejaVu Sans"/>
                <a:cs typeface="DejaVu Sans"/>
              </a:defRPr>
            </a:lvl3pPr>
            <a:lvl4pPr>
              <a:defRPr sz="1575" b="0">
                <a:solidFill>
                  <a:srgbClr val="2E6478"/>
                </a:solidFill>
                <a:latin typeface="DejaVu Sans"/>
                <a:ea typeface="DejaVu Sans"/>
                <a:cs typeface="DejaVu Sans"/>
              </a:defRPr>
            </a:lvl4pPr>
            <a:lvl5pPr>
              <a:defRPr sz="1575" b="0">
                <a:solidFill>
                  <a:srgbClr val="2E6478"/>
                </a:solidFill>
                <a:latin typeface="DejaVu Sans"/>
                <a:ea typeface="DejaVu Sans"/>
                <a:cs typeface="DejaVu Sans"/>
              </a:defRPr>
            </a:lvl5pPr>
            <a:lvl6pPr>
              <a:defRPr sz="1575" b="0">
                <a:solidFill>
                  <a:srgbClr val="2E6478"/>
                </a:solidFill>
                <a:latin typeface="DejaVu Sans"/>
                <a:ea typeface="DejaVu Sans"/>
                <a:cs typeface="DejaVu Sans"/>
              </a:defRPr>
            </a:lvl6pPr>
            <a:lvl7pPr>
              <a:defRPr sz="1575" b="0">
                <a:solidFill>
                  <a:srgbClr val="2E6478"/>
                </a:solidFill>
                <a:latin typeface="DejaVu Sans"/>
                <a:ea typeface="DejaVu Sans"/>
                <a:cs typeface="DejaVu Sans"/>
              </a:defRPr>
            </a:lvl7pPr>
            <a:lvl8pPr>
              <a:defRPr sz="1575" b="0">
                <a:solidFill>
                  <a:srgbClr val="2E6478"/>
                </a:solidFill>
                <a:latin typeface="DejaVu Sans"/>
                <a:ea typeface="DejaVu Sans"/>
                <a:cs typeface="DejaVu Sans"/>
              </a:defRPr>
            </a:lvl8pPr>
            <a:lvl9pPr>
              <a:defRPr sz="1575" b="0">
                <a:solidFill>
                  <a:srgbClr val="2E6478"/>
                </a:solidFill>
                <a:latin typeface="DejaVu Sans"/>
                <a:ea typeface="DejaVu Sans"/>
                <a:cs typeface="DejaVu Sans"/>
              </a:defRPr>
            </a:lvl9pPr>
          </a:lstStyle>
          <a:p xmlns:a="http://schemas.openxmlformats.org/drawingml/2006/main">
            <a:pPr>
              <a:defRPr sz="1575" b="0">
                <a:solidFill>
                  <a:srgbClr val="2E6478"/>
                </a:solidFill>
                <a:latin typeface="DejaVu Sans"/>
                <a:ea typeface="DejaVu Sans"/>
                <a:cs typeface="DejaVu Sans"/>
              </a:defRPr>
            </a:pPr>
            <a:r>
              <a:rPr sz="1575" b="0">
                <a:solidFill>
                  <a:srgbClr val="2E6478"/>
                </a:solidFill>
                <a:latin typeface="DejaVu Sans"/>
                <a:ea typeface="DejaVu Sans"/>
                <a:cs typeface="DejaVu Sans"/>
              </a:rPr>
              <a:t>Minimum</a:t>
            </a:r>
          </a:p>
          <a:p xmlns:a="http://schemas.openxmlformats.org/drawingml/2006/main">
            <a:pPr>
              <a:defRPr sz="1575" b="0">
                <a:solidFill>
                  <a:srgbClr val="2E6478"/>
                </a:solidFill>
                <a:latin typeface="DejaVu Sans"/>
                <a:ea typeface="DejaVu Sans"/>
                <a:cs typeface="DejaVu Sans"/>
              </a:defRPr>
            </a:pPr>
            <a:r>
              <a:rPr sz="1575" b="0">
                <a:solidFill>
                  <a:srgbClr val="2E6478"/>
                </a:solidFill>
                <a:latin typeface="DejaVu Sans"/>
                <a:ea typeface="DejaVu Sans"/>
                <a:cs typeface="DejaVu Sans"/>
              </a:rPr>
              <a:t>prompt</a:t>
            </a:r>
          </a:p>
          <a:p xmlns:a="http://schemas.openxmlformats.org/drawingml/2006/main">
            <a:pPr>
              <a:defRPr sz="1575" b="0">
                <a:solidFill>
                  <a:srgbClr val="2E6478"/>
                </a:solidFill>
                <a:latin typeface="DejaVu Sans"/>
                <a:ea typeface="DejaVu Sans"/>
                <a:cs typeface="DejaVu Sans"/>
              </a:defRPr>
            </a:pPr>
            <a:r>
              <a:rPr sz="1575" b="0">
                <a:solidFill>
                  <a:srgbClr val="2E6478"/>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ACD736DD-5951-46C5-BE56-9714BE73B768}"/>
              </a:ext>
            </a:extLst>
          </p:cNvPr>
          <p:cNvSpPr>
            <a:spLocks xmlns:a="http://schemas.openxmlformats.org/drawingml/2006/main" noGrp="1"/>
          </p:cNvSpPr>
          <p:nvPr/>
        </p:nvSpPr>
        <p:spPr>
          <a:xfrm xmlns:a="http://schemas.openxmlformats.org/drawingml/2006/main">
            <a:off x="8124825" y="3429000"/>
            <a:ext cx="13811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2E6478"/>
                </a:solidFill>
                <a:latin typeface="DejaVu Sans"/>
                <a:ea typeface="DejaVu Sans"/>
                <a:cs typeface="DejaVu Sans"/>
              </a:defRPr>
            </a:defPPr>
            <a:lvl1pPr>
              <a:defRPr sz="1500" b="0">
                <a:solidFill>
                  <a:srgbClr val="2E6478"/>
                </a:solidFill>
                <a:latin typeface="DejaVu Sans"/>
                <a:ea typeface="DejaVu Sans"/>
                <a:cs typeface="DejaVu Sans"/>
              </a:defRPr>
            </a:lvl1pPr>
            <a:lvl2pPr>
              <a:defRPr sz="1500" b="0">
                <a:solidFill>
                  <a:srgbClr val="2E6478"/>
                </a:solidFill>
                <a:latin typeface="DejaVu Sans"/>
                <a:ea typeface="DejaVu Sans"/>
                <a:cs typeface="DejaVu Sans"/>
              </a:defRPr>
            </a:lvl2pPr>
            <a:lvl3pPr>
              <a:defRPr sz="1500" b="0">
                <a:solidFill>
                  <a:srgbClr val="2E6478"/>
                </a:solidFill>
                <a:latin typeface="DejaVu Sans"/>
                <a:ea typeface="DejaVu Sans"/>
                <a:cs typeface="DejaVu Sans"/>
              </a:defRPr>
            </a:lvl3pPr>
            <a:lvl4pPr>
              <a:defRPr sz="1500" b="0">
                <a:solidFill>
                  <a:srgbClr val="2E6478"/>
                </a:solidFill>
                <a:latin typeface="DejaVu Sans"/>
                <a:ea typeface="DejaVu Sans"/>
                <a:cs typeface="DejaVu Sans"/>
              </a:defRPr>
            </a:lvl4pPr>
            <a:lvl5pPr>
              <a:defRPr sz="1500" b="0">
                <a:solidFill>
                  <a:srgbClr val="2E6478"/>
                </a:solidFill>
                <a:latin typeface="DejaVu Sans"/>
                <a:ea typeface="DejaVu Sans"/>
                <a:cs typeface="DejaVu Sans"/>
              </a:defRPr>
            </a:lvl5pPr>
            <a:lvl6pPr>
              <a:defRPr sz="1500" b="0">
                <a:solidFill>
                  <a:srgbClr val="2E6478"/>
                </a:solidFill>
                <a:latin typeface="DejaVu Sans"/>
                <a:ea typeface="DejaVu Sans"/>
                <a:cs typeface="DejaVu Sans"/>
              </a:defRPr>
            </a:lvl6pPr>
            <a:lvl7pPr>
              <a:defRPr sz="1500" b="0">
                <a:solidFill>
                  <a:srgbClr val="2E6478"/>
                </a:solidFill>
                <a:latin typeface="DejaVu Sans"/>
                <a:ea typeface="DejaVu Sans"/>
                <a:cs typeface="DejaVu Sans"/>
              </a:defRPr>
            </a:lvl7pPr>
            <a:lvl8pPr>
              <a:defRPr sz="1500" b="0">
                <a:solidFill>
                  <a:srgbClr val="2E6478"/>
                </a:solidFill>
                <a:latin typeface="DejaVu Sans"/>
                <a:ea typeface="DejaVu Sans"/>
                <a:cs typeface="DejaVu Sans"/>
              </a:defRPr>
            </a:lvl8pPr>
            <a:lvl9pPr>
              <a:defRPr sz="1500" b="0">
                <a:solidFill>
                  <a:srgbClr val="2E6478"/>
                </a:solidFill>
                <a:latin typeface="DejaVu Sans"/>
                <a:ea typeface="DejaVu Sans"/>
                <a:cs typeface="DejaVu Sans"/>
              </a:defRPr>
            </a:lvl9pPr>
          </a:lstStyle>
          <a:p xmlns:a="http://schemas.openxmlformats.org/drawingml/2006/main">
            <a:pPr>
              <a:defRPr sz="1500" b="0">
                <a:solidFill>
                  <a:srgbClr val="2E6478"/>
                </a:solidFill>
                <a:latin typeface="DejaVu Sans"/>
                <a:ea typeface="DejaVu Sans"/>
                <a:cs typeface="DejaVu Sans"/>
              </a:defRPr>
            </a:pPr>
            <a:r>
              <a:rPr sz="1500" b="0">
                <a:solidFill>
                  <a:srgbClr val="2E6478"/>
                </a:solidFill>
                <a:latin typeface="DejaVu Sans"/>
                <a:ea typeface="DejaVu Sans"/>
                <a:cs typeface="DejaVu Sans"/>
              </a:rPr>
              <a:t>←</a:t>
            </a:r>
          </a:p>
          <a:p xmlns:a="http://schemas.openxmlformats.org/drawingml/2006/main">
            <a:pPr>
              <a:defRPr sz="1500" b="0">
                <a:solidFill>
                  <a:srgbClr val="2E6478"/>
                </a:solidFill>
                <a:latin typeface="DejaVu Sans"/>
                <a:ea typeface="DejaVu Sans"/>
                <a:cs typeface="DejaVu Sans"/>
              </a:defRPr>
            </a:pPr>
            <a:r>
              <a:rPr sz="1500" b="0">
                <a:solidFill>
                  <a:srgbClr val="2E6478"/>
                </a:solidFill>
                <a:latin typeface="DejaVu Sans"/>
                <a:ea typeface="DejaVu Sans"/>
                <a:cs typeface="DejaVu Sans"/>
              </a:rPr>
              <a:t>Candidate</a:t>
            </a:r>
          </a:p>
          <a:p xmlns:a="http://schemas.openxmlformats.org/drawingml/2006/main">
            <a:pPr>
              <a:defRPr sz="1500" b="0">
                <a:solidFill>
                  <a:srgbClr val="2E6478"/>
                </a:solidFill>
                <a:latin typeface="DejaVu Sans"/>
                <a:ea typeface="DejaVu Sans"/>
                <a:cs typeface="DejaVu Sans"/>
              </a:defRPr>
            </a:pPr>
            <a:r>
              <a:rPr sz="1500" b="0">
                <a:solidFill>
                  <a:srgbClr val="2E6478"/>
                </a:solidFill>
                <a:latin typeface="DejaVu Sans"/>
                <a:ea typeface="DejaVu Sans"/>
                <a:cs typeface="DejaVu Sans"/>
              </a:rPr>
              <a:t>data</a:t>
            </a:r>
          </a:p>
        </p:txBody>
      </p:sp>
      <p:sp>
        <p:nvSpPr>
          <p:cNvPr id="15" name="">
            <a:extLst xmlns:a="http://schemas.openxmlformats.org/drawingml/2006/main">
              <a:ext uri="{FF2B5EF4-FFF2-40B4-BE49-F238E27FC236}">
                <a16:creationId xmlns:a16="http://schemas.microsoft.com/office/drawing/2014/main" id="{E6681DBB-A836-4548-9696-7F147AD875AB}"/>
              </a:ext>
            </a:extLst>
          </p:cNvPr>
          <p:cNvSpPr>
            <a:spLocks xmlns:a="http://schemas.openxmlformats.org/drawingml/2006/main" noGrp="1"/>
          </p:cNvSpPr>
          <p:nvPr/>
        </p:nvSpPr>
        <p:spPr>
          <a:xfrm xmlns:a="http://schemas.openxmlformats.org/drawingml/2006/main">
            <a:off x="609600" y="49530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40"/>
                </a:solidFill>
                <a:latin typeface="DejaVu Sans"/>
                <a:ea typeface="DejaVu Sans"/>
                <a:cs typeface="DejaVu Sans"/>
              </a:defRPr>
            </a:defPPr>
            <a:lvl1pPr>
              <a:defRPr sz="1875" b="0">
                <a:solidFill>
                  <a:srgbClr val="172C40"/>
                </a:solidFill>
                <a:latin typeface="DejaVu Sans"/>
                <a:ea typeface="DejaVu Sans"/>
                <a:cs typeface="DejaVu Sans"/>
              </a:defRPr>
            </a:lvl1pPr>
            <a:lvl2pPr>
              <a:defRPr sz="1875" b="0">
                <a:solidFill>
                  <a:srgbClr val="172C40"/>
                </a:solidFill>
                <a:latin typeface="DejaVu Sans"/>
                <a:ea typeface="DejaVu Sans"/>
                <a:cs typeface="DejaVu Sans"/>
              </a:defRPr>
            </a:lvl2pPr>
            <a:lvl3pPr>
              <a:defRPr sz="1875" b="0">
                <a:solidFill>
                  <a:srgbClr val="172C40"/>
                </a:solidFill>
                <a:latin typeface="DejaVu Sans"/>
                <a:ea typeface="DejaVu Sans"/>
                <a:cs typeface="DejaVu Sans"/>
              </a:defRPr>
            </a:lvl3pPr>
            <a:lvl4pPr>
              <a:defRPr sz="1875" b="0">
                <a:solidFill>
                  <a:srgbClr val="172C40"/>
                </a:solidFill>
                <a:latin typeface="DejaVu Sans"/>
                <a:ea typeface="DejaVu Sans"/>
                <a:cs typeface="DejaVu Sans"/>
              </a:defRPr>
            </a:lvl4pPr>
            <a:lvl5pPr>
              <a:defRPr sz="1875" b="0">
                <a:solidFill>
                  <a:srgbClr val="172C40"/>
                </a:solidFill>
                <a:latin typeface="DejaVu Sans"/>
                <a:ea typeface="DejaVu Sans"/>
                <a:cs typeface="DejaVu Sans"/>
              </a:defRPr>
            </a:lvl5pPr>
            <a:lvl6pPr>
              <a:defRPr sz="1875" b="0">
                <a:solidFill>
                  <a:srgbClr val="172C40"/>
                </a:solidFill>
                <a:latin typeface="DejaVu Sans"/>
                <a:ea typeface="DejaVu Sans"/>
                <a:cs typeface="DejaVu Sans"/>
              </a:defRPr>
            </a:lvl6pPr>
            <a:lvl7pPr>
              <a:defRPr sz="1875" b="0">
                <a:solidFill>
                  <a:srgbClr val="172C40"/>
                </a:solidFill>
                <a:latin typeface="DejaVu Sans"/>
                <a:ea typeface="DejaVu Sans"/>
                <a:cs typeface="DejaVu Sans"/>
              </a:defRPr>
            </a:lvl7pPr>
            <a:lvl8pPr>
              <a:defRPr sz="1875" b="0">
                <a:solidFill>
                  <a:srgbClr val="172C40"/>
                </a:solidFill>
                <a:latin typeface="DejaVu Sans"/>
                <a:ea typeface="DejaVu Sans"/>
                <a:cs typeface="DejaVu Sans"/>
              </a:defRPr>
            </a:lvl8pPr>
            <a:lvl9pPr>
              <a:defRPr sz="1875" b="0">
                <a:solidFill>
                  <a:srgbClr val="172C40"/>
                </a:solidFill>
                <a:latin typeface="DejaVu Sans"/>
                <a:ea typeface="DejaVu Sans"/>
                <a:cs typeface="DejaVu Sans"/>
              </a:defRPr>
            </a:lvl9pPr>
          </a:lstStyle>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The platform validates candidate data before publication.</a:t>
            </a:r>
          </a:p>
          <a:p xmlns:a="http://schemas.openxmlformats.org/drawingml/2006/main">
            <a:pPr>
              <a:defRPr sz="1875" b="0">
                <a:solidFill>
                  <a:srgbClr val="172C40"/>
                </a:solidFill>
                <a:latin typeface="DejaVu Sans"/>
                <a:ea typeface="DejaVu Sans"/>
                <a:cs typeface="DejaVu Sans"/>
              </a:defRPr>
            </a:pPr>
            <a:r>
              <a:rPr sz="1875" b="0">
                <a:solidFill>
                  <a:srgbClr val="172C40"/>
                </a:solidFill>
                <a:latin typeface="DejaVu Sans"/>
                <a:ea typeface="DejaVu Sans"/>
                <a:cs typeface="DejaVu Sans"/>
              </a:rPr>
              <a:t>The controlled runtime interprets approved game data.</a:t>
            </a:r>
          </a:p>
        </p:txBody>
      </p:sp>
    </p:spTree>
    <p:extLst>
      <p:ext uri="{BB962C8B-B14F-4D97-AF65-F5344CB8AC3E}">
        <p14:creationId xmlns:p14="http://schemas.microsoft.com/office/powerpoint/2010/main" val="1293634351"/>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51C8367-8143-46AA-98AA-442A22F5E6FB}"/>
              </a:ext>
            </a:extLst>
          </p:cNvPr>
          <p:cNvSpPr>
            <a:spLocks xmlns:a="http://schemas.openxmlformats.org/drawingml/2006/main" noGrp="1"/>
          </p:cNvSpPr>
          <p:nvPr/>
        </p:nvSpPr>
        <p:spPr>
          <a:xfrm xmlns:a="http://schemas.openxmlformats.org/drawingml/2006/main">
            <a:off x="609600" y="8001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2C40"/>
                </a:solidFill>
                <a:latin typeface="DejaVu Sans"/>
                <a:ea typeface="DejaVu Sans"/>
                <a:cs typeface="DejaVu Sans"/>
              </a:defRPr>
            </a:defPPr>
            <a:lvl1pPr>
              <a:defRPr sz="2850" b="1">
                <a:solidFill>
                  <a:srgbClr val="172C40"/>
                </a:solidFill>
                <a:latin typeface="DejaVu Sans"/>
                <a:ea typeface="DejaVu Sans"/>
                <a:cs typeface="DejaVu Sans"/>
              </a:defRPr>
            </a:lvl1pPr>
            <a:lvl2pPr>
              <a:defRPr sz="2850" b="1">
                <a:solidFill>
                  <a:srgbClr val="172C40"/>
                </a:solidFill>
                <a:latin typeface="DejaVu Sans"/>
                <a:ea typeface="DejaVu Sans"/>
                <a:cs typeface="DejaVu Sans"/>
              </a:defRPr>
            </a:lvl2pPr>
            <a:lvl3pPr>
              <a:defRPr sz="2850" b="1">
                <a:solidFill>
                  <a:srgbClr val="172C40"/>
                </a:solidFill>
                <a:latin typeface="DejaVu Sans"/>
                <a:ea typeface="DejaVu Sans"/>
                <a:cs typeface="DejaVu Sans"/>
              </a:defRPr>
            </a:lvl3pPr>
            <a:lvl4pPr>
              <a:defRPr sz="2850" b="1">
                <a:solidFill>
                  <a:srgbClr val="172C40"/>
                </a:solidFill>
                <a:latin typeface="DejaVu Sans"/>
                <a:ea typeface="DejaVu Sans"/>
                <a:cs typeface="DejaVu Sans"/>
              </a:defRPr>
            </a:lvl4pPr>
            <a:lvl5pPr>
              <a:defRPr sz="2850" b="1">
                <a:solidFill>
                  <a:srgbClr val="172C40"/>
                </a:solidFill>
                <a:latin typeface="DejaVu Sans"/>
                <a:ea typeface="DejaVu Sans"/>
                <a:cs typeface="DejaVu Sans"/>
              </a:defRPr>
            </a:lvl5pPr>
            <a:lvl6pPr>
              <a:defRPr sz="2850" b="1">
                <a:solidFill>
                  <a:srgbClr val="172C40"/>
                </a:solidFill>
                <a:latin typeface="DejaVu Sans"/>
                <a:ea typeface="DejaVu Sans"/>
                <a:cs typeface="DejaVu Sans"/>
              </a:defRPr>
            </a:lvl6pPr>
            <a:lvl7pPr>
              <a:defRPr sz="2850" b="1">
                <a:solidFill>
                  <a:srgbClr val="172C40"/>
                </a:solidFill>
                <a:latin typeface="DejaVu Sans"/>
                <a:ea typeface="DejaVu Sans"/>
                <a:cs typeface="DejaVu Sans"/>
              </a:defRPr>
            </a:lvl7pPr>
            <a:lvl8pPr>
              <a:defRPr sz="2850" b="1">
                <a:solidFill>
                  <a:srgbClr val="172C40"/>
                </a:solidFill>
                <a:latin typeface="DejaVu Sans"/>
                <a:ea typeface="DejaVu Sans"/>
                <a:cs typeface="DejaVu Sans"/>
              </a:defRPr>
            </a:lvl8pPr>
            <a:lvl9pPr>
              <a:defRPr sz="2850" b="1">
                <a:solidFill>
                  <a:srgbClr val="172C40"/>
                </a:solidFill>
                <a:latin typeface="DejaVu Sans"/>
                <a:ea typeface="DejaVu Sans"/>
                <a:cs typeface="DejaVu Sans"/>
              </a:defRPr>
            </a:lvl9pPr>
          </a:lstStyle>
          <a:p xmlns:a="http://schemas.openxmlformats.org/drawingml/2006/main">
            <a:pPr>
              <a:defRPr sz="2850" b="1">
                <a:solidFill>
                  <a:srgbClr val="172C40"/>
                </a:solidFill>
                <a:latin typeface="DejaVu Sans"/>
                <a:ea typeface="DejaVu Sans"/>
                <a:cs typeface="DejaVu Sans"/>
              </a:defRPr>
            </a:pPr>
            <a:r>
              <a:rPr sz="2850" b="1">
                <a:solidFill>
                  <a:srgbClr val="172C40"/>
                </a:solidFill>
                <a:latin typeface="DejaVu Sans"/>
                <a:ea typeface="DejaVu Sans"/>
                <a:cs typeface="DejaVu Sans"/>
              </a:rPr>
              <a:t>Appendix: proposed author use cases</a:t>
            </a:r>
          </a:p>
        </p:txBody>
      </p:sp>
      <p:sp>
        <p:nvSpPr>
          <p:cNvPr id="2" name="">
            <a:extLst xmlns:a="http://schemas.openxmlformats.org/drawingml/2006/main">
              <a:ext uri="{FF2B5EF4-FFF2-40B4-BE49-F238E27FC236}">
                <a16:creationId xmlns:a16="http://schemas.microsoft.com/office/drawing/2014/main" id="{F6BB9945-D0E7-4369-B95F-274797F017FB}"/>
              </a:ext>
            </a:extLst>
          </p:cNvPr>
          <p:cNvSpPr>
            <a:spLocks xmlns:a="http://schemas.openxmlformats.org/drawingml/2006/main" noGrp="1"/>
          </p:cNvSpPr>
          <p:nvPr/>
        </p:nvSpPr>
        <p:spPr>
          <a:xfrm xmlns:a="http://schemas.openxmlformats.org/drawingml/2006/main">
            <a:off x="609600" y="623887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474"/>
                </a:solidFill>
                <a:latin typeface="DejaVu Sans"/>
                <a:ea typeface="DejaVu Sans"/>
                <a:cs typeface="DejaVu Sans"/>
              </a:defRPr>
            </a:defPPr>
            <a:lvl1pPr>
              <a:defRPr sz="1200" b="0">
                <a:solidFill>
                  <a:srgbClr val="526474"/>
                </a:solidFill>
                <a:latin typeface="DejaVu Sans"/>
                <a:ea typeface="DejaVu Sans"/>
                <a:cs typeface="DejaVu Sans"/>
              </a:defRPr>
            </a:lvl1pPr>
            <a:lvl2pPr>
              <a:defRPr sz="1200" b="0">
                <a:solidFill>
                  <a:srgbClr val="526474"/>
                </a:solidFill>
                <a:latin typeface="DejaVu Sans"/>
                <a:ea typeface="DejaVu Sans"/>
                <a:cs typeface="DejaVu Sans"/>
              </a:defRPr>
            </a:lvl2pPr>
            <a:lvl3pPr>
              <a:defRPr sz="1200" b="0">
                <a:solidFill>
                  <a:srgbClr val="526474"/>
                </a:solidFill>
                <a:latin typeface="DejaVu Sans"/>
                <a:ea typeface="DejaVu Sans"/>
                <a:cs typeface="DejaVu Sans"/>
              </a:defRPr>
            </a:lvl3pPr>
            <a:lvl4pPr>
              <a:defRPr sz="1200" b="0">
                <a:solidFill>
                  <a:srgbClr val="526474"/>
                </a:solidFill>
                <a:latin typeface="DejaVu Sans"/>
                <a:ea typeface="DejaVu Sans"/>
                <a:cs typeface="DejaVu Sans"/>
              </a:defRPr>
            </a:lvl4pPr>
            <a:lvl5pPr>
              <a:defRPr sz="1200" b="0">
                <a:solidFill>
                  <a:srgbClr val="526474"/>
                </a:solidFill>
                <a:latin typeface="DejaVu Sans"/>
                <a:ea typeface="DejaVu Sans"/>
                <a:cs typeface="DejaVu Sans"/>
              </a:defRPr>
            </a:lvl5pPr>
            <a:lvl6pPr>
              <a:defRPr sz="1200" b="0">
                <a:solidFill>
                  <a:srgbClr val="526474"/>
                </a:solidFill>
                <a:latin typeface="DejaVu Sans"/>
                <a:ea typeface="DejaVu Sans"/>
                <a:cs typeface="DejaVu Sans"/>
              </a:defRPr>
            </a:lvl6pPr>
            <a:lvl7pPr>
              <a:defRPr sz="1200" b="0">
                <a:solidFill>
                  <a:srgbClr val="526474"/>
                </a:solidFill>
                <a:latin typeface="DejaVu Sans"/>
                <a:ea typeface="DejaVu Sans"/>
                <a:cs typeface="DejaVu Sans"/>
              </a:defRPr>
            </a:lvl7pPr>
            <a:lvl8pPr>
              <a:defRPr sz="1200" b="0">
                <a:solidFill>
                  <a:srgbClr val="526474"/>
                </a:solidFill>
                <a:latin typeface="DejaVu Sans"/>
                <a:ea typeface="DejaVu Sans"/>
                <a:cs typeface="DejaVu Sans"/>
              </a:defRPr>
            </a:lvl8pPr>
            <a:lvl9pPr>
              <a:defRPr sz="1200" b="0">
                <a:solidFill>
                  <a:srgbClr val="526474"/>
                </a:solidFill>
                <a:latin typeface="DejaVu Sans"/>
                <a:ea typeface="DejaVu Sans"/>
                <a:cs typeface="DejaVu Sans"/>
              </a:defRPr>
            </a:lvl9pPr>
          </a:lstStyle>
          <a:p xmlns:a="http://schemas.openxmlformats.org/drawingml/2006/main">
            <a:pPr>
              <a:defRPr sz="1200" b="0">
                <a:solidFill>
                  <a:srgbClr val="526474"/>
                </a:solidFill>
                <a:latin typeface="DejaVu Sans"/>
                <a:ea typeface="DejaVu Sans"/>
                <a:cs typeface="DejaVu Sans"/>
              </a:defRPr>
            </a:pPr>
            <a:r>
              <a:rPr sz="1200" b="0">
                <a:solidFill>
                  <a:srgbClr val="526474"/>
                </a:solidFill>
                <a:latin typeface="DejaVu Sans"/>
                <a:ea typeface="DejaVu Sans"/>
                <a:cs typeface="DejaVu Sans"/>
              </a:rPr>
              <a:t>7 Architecture / Editable use-case summary / diagrams/use-case.mmd</a:t>
            </a:r>
          </a:p>
        </p:txBody>
      </p:sp>
      <p:sp>
        <p:nvSpPr>
          <p:cNvPr id="3" name="">
            <a:extLst xmlns:a="http://schemas.openxmlformats.org/drawingml/2006/main">
              <a:ext uri="{FF2B5EF4-FFF2-40B4-BE49-F238E27FC236}">
                <a16:creationId xmlns:a16="http://schemas.microsoft.com/office/drawing/2014/main" id="{ABD2DE0F-929A-40C6-8DDE-2C6039D44BE1}"/>
              </a:ext>
            </a:extLst>
          </p:cNvPr>
          <p:cNvSpPr>
            <a:spLocks xmlns:a="http://schemas.openxmlformats.org/drawingml/2006/main" noGrp="1"/>
          </p:cNvSpPr>
          <p:nvPr/>
        </p:nvSpPr>
        <p:spPr>
          <a:xfrm xmlns:a="http://schemas.openxmlformats.org/drawingml/2006/main">
            <a:off x="11125200" y="6219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2E6478"/>
                </a:solidFill>
                <a:latin typeface="DejaVu Sans"/>
                <a:ea typeface="DejaVu Sans"/>
                <a:cs typeface="DejaVu Sans"/>
              </a:defRPr>
            </a:defPPr>
            <a:lvl1pPr>
              <a:defRPr sz="1350" b="1">
                <a:solidFill>
                  <a:srgbClr val="2E6478"/>
                </a:solidFill>
                <a:latin typeface="DejaVu Sans"/>
                <a:ea typeface="DejaVu Sans"/>
                <a:cs typeface="DejaVu Sans"/>
              </a:defRPr>
            </a:lvl1pPr>
            <a:lvl2pPr>
              <a:defRPr sz="1350" b="1">
                <a:solidFill>
                  <a:srgbClr val="2E6478"/>
                </a:solidFill>
                <a:latin typeface="DejaVu Sans"/>
                <a:ea typeface="DejaVu Sans"/>
                <a:cs typeface="DejaVu Sans"/>
              </a:defRPr>
            </a:lvl2pPr>
            <a:lvl3pPr>
              <a:defRPr sz="1350" b="1">
                <a:solidFill>
                  <a:srgbClr val="2E6478"/>
                </a:solidFill>
                <a:latin typeface="DejaVu Sans"/>
                <a:ea typeface="DejaVu Sans"/>
                <a:cs typeface="DejaVu Sans"/>
              </a:defRPr>
            </a:lvl3pPr>
            <a:lvl4pPr>
              <a:defRPr sz="1350" b="1">
                <a:solidFill>
                  <a:srgbClr val="2E6478"/>
                </a:solidFill>
                <a:latin typeface="DejaVu Sans"/>
                <a:ea typeface="DejaVu Sans"/>
                <a:cs typeface="DejaVu Sans"/>
              </a:defRPr>
            </a:lvl4pPr>
            <a:lvl5pPr>
              <a:defRPr sz="1350" b="1">
                <a:solidFill>
                  <a:srgbClr val="2E6478"/>
                </a:solidFill>
                <a:latin typeface="DejaVu Sans"/>
                <a:ea typeface="DejaVu Sans"/>
                <a:cs typeface="DejaVu Sans"/>
              </a:defRPr>
            </a:lvl5pPr>
            <a:lvl6pPr>
              <a:defRPr sz="1350" b="1">
                <a:solidFill>
                  <a:srgbClr val="2E6478"/>
                </a:solidFill>
                <a:latin typeface="DejaVu Sans"/>
                <a:ea typeface="DejaVu Sans"/>
                <a:cs typeface="DejaVu Sans"/>
              </a:defRPr>
            </a:lvl6pPr>
            <a:lvl7pPr>
              <a:defRPr sz="1350" b="1">
                <a:solidFill>
                  <a:srgbClr val="2E6478"/>
                </a:solidFill>
                <a:latin typeface="DejaVu Sans"/>
                <a:ea typeface="DejaVu Sans"/>
                <a:cs typeface="DejaVu Sans"/>
              </a:defRPr>
            </a:lvl7pPr>
            <a:lvl8pPr>
              <a:defRPr sz="1350" b="1">
                <a:solidFill>
                  <a:srgbClr val="2E6478"/>
                </a:solidFill>
                <a:latin typeface="DejaVu Sans"/>
                <a:ea typeface="DejaVu Sans"/>
                <a:cs typeface="DejaVu Sans"/>
              </a:defRPr>
            </a:lvl8pPr>
            <a:lvl9pPr>
              <a:defRPr sz="1350" b="1">
                <a:solidFill>
                  <a:srgbClr val="2E6478"/>
                </a:solidFill>
                <a:latin typeface="DejaVu Sans"/>
                <a:ea typeface="DejaVu Sans"/>
                <a:cs typeface="DejaVu Sans"/>
              </a:defRPr>
            </a:lvl9pPr>
          </a:lstStyle>
          <a:p xmlns:a="http://schemas.openxmlformats.org/drawingml/2006/main">
            <a:pPr>
              <a:defRPr sz="1350" b="1">
                <a:solidFill>
                  <a:srgbClr val="2E6478"/>
                </a:solidFill>
                <a:latin typeface="DejaVu Sans"/>
                <a:ea typeface="DejaVu Sans"/>
                <a:cs typeface="DejaVu Sans"/>
              </a:defRPr>
            </a:pPr>
            <a:r>
              <a:rPr sz="1350" b="1">
                <a:solidFill>
                  <a:srgbClr val="2E6478"/>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4FE87855-144D-40A0-92BD-AC4461F7FCB6}"/>
              </a:ext>
            </a:extLst>
          </p:cNvPr>
          <p:cNvSpPr>
            <a:spLocks xmlns:a="http://schemas.openxmlformats.org/drawingml/2006/main" noGrp="1"/>
          </p:cNvSpPr>
          <p:nvPr/>
        </p:nvSpPr>
        <p:spPr>
          <a:xfrm xmlns:a="http://schemas.openxmlformats.org/drawingml/2006/main">
            <a:off x="609600" y="3124200"/>
            <a:ext cx="1666875" cy="762000"/>
          </a:xfrm>
          <a:prstGeom xmlns:a="http://schemas.openxmlformats.org/drawingml/2006/main" prst="rect">
            <a:avLst/>
          </a:prstGeom>
          <a:solidFill xmlns:a="http://schemas.openxmlformats.org/drawingml/2006/main">
            <a:srgbClr val="E7EEF2"/>
          </a:solidFill>
          <a:ln xmlns:a="http://schemas.openxmlformats.org/drawingml/2006/main" w="9525">
            <a:solidFill>
              <a:srgbClr val="CAD4DB"/>
            </a:solidFill>
          </a:ln>
        </p:spPr>
      </p:sp>
      <p:sp>
        <p:nvSpPr>
          <p:cNvPr id="5" name="">
            <a:extLst xmlns:a="http://schemas.openxmlformats.org/drawingml/2006/main">
              <a:ext uri="{FF2B5EF4-FFF2-40B4-BE49-F238E27FC236}">
                <a16:creationId xmlns:a16="http://schemas.microsoft.com/office/drawing/2014/main" id="{40C40BD3-4BCF-4295-B52F-F19B4278AEB6}"/>
              </a:ext>
            </a:extLst>
          </p:cNvPr>
          <p:cNvSpPr>
            <a:spLocks xmlns:a="http://schemas.openxmlformats.org/drawingml/2006/main" noGrp="1"/>
          </p:cNvSpPr>
          <p:nvPr/>
        </p:nvSpPr>
        <p:spPr>
          <a:xfrm xmlns:a="http://schemas.openxmlformats.org/drawingml/2006/main">
            <a:off x="762000" y="3295650"/>
            <a:ext cx="138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C40"/>
                </a:solidFill>
                <a:latin typeface="DejaVu Sans"/>
                <a:ea typeface="DejaVu Sans"/>
                <a:cs typeface="DejaVu Sans"/>
              </a:defRPr>
            </a:defPPr>
            <a:lvl1pPr>
              <a:defRPr sz="2100" b="1">
                <a:solidFill>
                  <a:srgbClr val="172C40"/>
                </a:solidFill>
                <a:latin typeface="DejaVu Sans"/>
                <a:ea typeface="DejaVu Sans"/>
                <a:cs typeface="DejaVu Sans"/>
              </a:defRPr>
            </a:lvl1pPr>
            <a:lvl2pPr>
              <a:defRPr sz="2100" b="1">
                <a:solidFill>
                  <a:srgbClr val="172C40"/>
                </a:solidFill>
                <a:latin typeface="DejaVu Sans"/>
                <a:ea typeface="DejaVu Sans"/>
                <a:cs typeface="DejaVu Sans"/>
              </a:defRPr>
            </a:lvl2pPr>
            <a:lvl3pPr>
              <a:defRPr sz="2100" b="1">
                <a:solidFill>
                  <a:srgbClr val="172C40"/>
                </a:solidFill>
                <a:latin typeface="DejaVu Sans"/>
                <a:ea typeface="DejaVu Sans"/>
                <a:cs typeface="DejaVu Sans"/>
              </a:defRPr>
            </a:lvl3pPr>
            <a:lvl4pPr>
              <a:defRPr sz="2100" b="1">
                <a:solidFill>
                  <a:srgbClr val="172C40"/>
                </a:solidFill>
                <a:latin typeface="DejaVu Sans"/>
                <a:ea typeface="DejaVu Sans"/>
                <a:cs typeface="DejaVu Sans"/>
              </a:defRPr>
            </a:lvl4pPr>
            <a:lvl5pPr>
              <a:defRPr sz="2100" b="1">
                <a:solidFill>
                  <a:srgbClr val="172C40"/>
                </a:solidFill>
                <a:latin typeface="DejaVu Sans"/>
                <a:ea typeface="DejaVu Sans"/>
                <a:cs typeface="DejaVu Sans"/>
              </a:defRPr>
            </a:lvl5pPr>
            <a:lvl6pPr>
              <a:defRPr sz="2100" b="1">
                <a:solidFill>
                  <a:srgbClr val="172C40"/>
                </a:solidFill>
                <a:latin typeface="DejaVu Sans"/>
                <a:ea typeface="DejaVu Sans"/>
                <a:cs typeface="DejaVu Sans"/>
              </a:defRPr>
            </a:lvl6pPr>
            <a:lvl7pPr>
              <a:defRPr sz="2100" b="1">
                <a:solidFill>
                  <a:srgbClr val="172C40"/>
                </a:solidFill>
                <a:latin typeface="DejaVu Sans"/>
                <a:ea typeface="DejaVu Sans"/>
                <a:cs typeface="DejaVu Sans"/>
              </a:defRPr>
            </a:lvl7pPr>
            <a:lvl8pPr>
              <a:defRPr sz="2100" b="1">
                <a:solidFill>
                  <a:srgbClr val="172C40"/>
                </a:solidFill>
                <a:latin typeface="DejaVu Sans"/>
                <a:ea typeface="DejaVu Sans"/>
                <a:cs typeface="DejaVu Sans"/>
              </a:defRPr>
            </a:lvl8pPr>
            <a:lvl9pPr>
              <a:defRPr sz="2100" b="1">
                <a:solidFill>
                  <a:srgbClr val="172C40"/>
                </a:solidFill>
                <a:latin typeface="DejaVu Sans"/>
                <a:ea typeface="DejaVu Sans"/>
                <a:cs typeface="DejaVu Sans"/>
              </a:defRPr>
            </a:lvl9pPr>
          </a:lstStyle>
          <a:p xmlns:a="http://schemas.openxmlformats.org/drawingml/2006/main">
            <a:pPr>
              <a:defRPr sz="2100" b="1">
                <a:solidFill>
                  <a:srgbClr val="172C40"/>
                </a:solidFill>
                <a:latin typeface="DejaVu Sans"/>
                <a:ea typeface="DejaVu Sans"/>
                <a:cs typeface="DejaVu Sans"/>
              </a:defRPr>
            </a:pPr>
            <a:r>
              <a:rPr sz="2100" b="1">
                <a:solidFill>
                  <a:srgbClr val="172C40"/>
                </a:solidFill>
                <a:latin typeface="DejaVu Sans"/>
                <a:ea typeface="DejaVu Sans"/>
                <a:cs typeface="DejaVu Sans"/>
              </a:rPr>
              <a:t>Author</a:t>
            </a:r>
          </a:p>
        </p:txBody>
      </p:sp>
      <p:sp>
        <p:nvSpPr>
          <p:cNvPr id="6" name="">
            <a:extLst xmlns:a="http://schemas.openxmlformats.org/drawingml/2006/main">
              <a:ext uri="{FF2B5EF4-FFF2-40B4-BE49-F238E27FC236}">
                <a16:creationId xmlns:a16="http://schemas.microsoft.com/office/drawing/2014/main" id="{B74DC38C-8687-4999-B6EC-A576D27C4E81}"/>
              </a:ext>
            </a:extLst>
          </p:cNvPr>
          <p:cNvSpPr>
            <a:spLocks xmlns:a="http://schemas.openxmlformats.org/drawingml/2006/main" noGrp="1"/>
          </p:cNvSpPr>
          <p:nvPr/>
        </p:nvSpPr>
        <p:spPr>
          <a:xfrm xmlns:a="http://schemas.openxmlformats.org/drawingml/2006/main">
            <a:off x="3238500" y="1714500"/>
            <a:ext cx="8343900" cy="4000500"/>
          </a:xfrm>
          <a:prstGeom xmlns:a="http://schemas.openxmlformats.org/drawingml/2006/main" prst="rect">
            <a:avLst/>
          </a:prstGeom>
          <a:noFill xmlns:a="http://schemas.openxmlformats.org/drawingml/2006/main"/>
          <a:ln xmlns:a="http://schemas.openxmlformats.org/drawingml/2006/main" w="9525">
            <a:solidFill>
              <a:srgbClr val="CAD4DB"/>
            </a:solidFill>
          </a:ln>
        </p:spPr>
      </p:sp>
      <p:sp>
        <p:nvSpPr>
          <p:cNvPr id="7" name="">
            <a:extLst xmlns:a="http://schemas.openxmlformats.org/drawingml/2006/main">
              <a:ext uri="{FF2B5EF4-FFF2-40B4-BE49-F238E27FC236}">
                <a16:creationId xmlns:a16="http://schemas.microsoft.com/office/drawing/2014/main" id="{8399CD82-B73B-422A-9CE4-C74F43BF835A}"/>
              </a:ext>
            </a:extLst>
          </p:cNvPr>
          <p:cNvSpPr>
            <a:spLocks xmlns:a="http://schemas.openxmlformats.org/drawingml/2006/main" noGrp="1"/>
          </p:cNvSpPr>
          <p:nvPr/>
        </p:nvSpPr>
        <p:spPr>
          <a:xfrm xmlns:a="http://schemas.openxmlformats.org/drawingml/2006/main">
            <a:off x="3429000" y="1781175"/>
            <a:ext cx="790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C40"/>
                </a:solidFill>
                <a:latin typeface="DejaVu Sans"/>
                <a:ea typeface="DejaVu Sans"/>
                <a:cs typeface="DejaVu Sans"/>
              </a:defRPr>
            </a:defPPr>
            <a:lvl1pPr>
              <a:defRPr sz="1875" b="1">
                <a:solidFill>
                  <a:srgbClr val="172C40"/>
                </a:solidFill>
                <a:latin typeface="DejaVu Sans"/>
                <a:ea typeface="DejaVu Sans"/>
                <a:cs typeface="DejaVu Sans"/>
              </a:defRPr>
            </a:lvl1pPr>
            <a:lvl2pPr>
              <a:defRPr sz="1875" b="1">
                <a:solidFill>
                  <a:srgbClr val="172C40"/>
                </a:solidFill>
                <a:latin typeface="DejaVu Sans"/>
                <a:ea typeface="DejaVu Sans"/>
                <a:cs typeface="DejaVu Sans"/>
              </a:defRPr>
            </a:lvl2pPr>
            <a:lvl3pPr>
              <a:defRPr sz="1875" b="1">
                <a:solidFill>
                  <a:srgbClr val="172C40"/>
                </a:solidFill>
                <a:latin typeface="DejaVu Sans"/>
                <a:ea typeface="DejaVu Sans"/>
                <a:cs typeface="DejaVu Sans"/>
              </a:defRPr>
            </a:lvl3pPr>
            <a:lvl4pPr>
              <a:defRPr sz="1875" b="1">
                <a:solidFill>
                  <a:srgbClr val="172C40"/>
                </a:solidFill>
                <a:latin typeface="DejaVu Sans"/>
                <a:ea typeface="DejaVu Sans"/>
                <a:cs typeface="DejaVu Sans"/>
              </a:defRPr>
            </a:lvl4pPr>
            <a:lvl5pPr>
              <a:defRPr sz="1875" b="1">
                <a:solidFill>
                  <a:srgbClr val="172C40"/>
                </a:solidFill>
                <a:latin typeface="DejaVu Sans"/>
                <a:ea typeface="DejaVu Sans"/>
                <a:cs typeface="DejaVu Sans"/>
              </a:defRPr>
            </a:lvl5pPr>
            <a:lvl6pPr>
              <a:defRPr sz="1875" b="1">
                <a:solidFill>
                  <a:srgbClr val="172C40"/>
                </a:solidFill>
                <a:latin typeface="DejaVu Sans"/>
                <a:ea typeface="DejaVu Sans"/>
                <a:cs typeface="DejaVu Sans"/>
              </a:defRPr>
            </a:lvl6pPr>
            <a:lvl7pPr>
              <a:defRPr sz="1875" b="1">
                <a:solidFill>
                  <a:srgbClr val="172C40"/>
                </a:solidFill>
                <a:latin typeface="DejaVu Sans"/>
                <a:ea typeface="DejaVu Sans"/>
                <a:cs typeface="DejaVu Sans"/>
              </a:defRPr>
            </a:lvl7pPr>
            <a:lvl8pPr>
              <a:defRPr sz="1875" b="1">
                <a:solidFill>
                  <a:srgbClr val="172C40"/>
                </a:solidFill>
                <a:latin typeface="DejaVu Sans"/>
                <a:ea typeface="DejaVu Sans"/>
                <a:cs typeface="DejaVu Sans"/>
              </a:defRPr>
            </a:lvl8pPr>
            <a:lvl9pPr>
              <a:defRPr sz="1875" b="1">
                <a:solidFill>
                  <a:srgbClr val="172C40"/>
                </a:solidFill>
                <a:latin typeface="DejaVu Sans"/>
                <a:ea typeface="DejaVu Sans"/>
                <a:cs typeface="DejaVu Sans"/>
              </a:defRPr>
            </a:lvl9pPr>
          </a:lstStyle>
          <a:p xmlns:a="http://schemas.openxmlformats.org/drawingml/2006/main">
            <a:pPr>
              <a:defRPr sz="1875" b="1">
                <a:solidFill>
                  <a:srgbClr val="172C40"/>
                </a:solidFill>
                <a:latin typeface="DejaVu Sans"/>
                <a:ea typeface="DejaVu Sans"/>
                <a:cs typeface="DejaVu Sans"/>
              </a:defRPr>
            </a:pPr>
            <a:r>
              <a:rPr sz="1875" b="1">
                <a:solidFill>
                  <a:srgbClr val="172C40"/>
                </a:solidFill>
                <a:latin typeface="DejaVu Sans"/>
                <a:ea typeface="DejaVu Sans"/>
                <a:cs typeface="DejaVu Sans"/>
              </a:rPr>
              <a:t>AI-assisted browser-game platform</a:t>
            </a:r>
          </a:p>
        </p:txBody>
      </p:sp>
      <p:sp>
        <p:nvSpPr>
          <p:cNvPr id="8" name="">
            <a:extLst xmlns:a="http://schemas.openxmlformats.org/drawingml/2006/main">
              <a:ext uri="{FF2B5EF4-FFF2-40B4-BE49-F238E27FC236}">
                <a16:creationId xmlns:a16="http://schemas.microsoft.com/office/drawing/2014/main" id="{DE83AF40-009C-41B1-B001-D3451E5DEB26}"/>
              </a:ext>
            </a:extLst>
          </p:cNvPr>
          <p:cNvSpPr>
            <a:spLocks xmlns:a="http://schemas.openxmlformats.org/drawingml/2006/main" noGrp="1"/>
          </p:cNvSpPr>
          <p:nvPr/>
        </p:nvSpPr>
        <p:spPr>
          <a:xfrm xmlns:a="http://schemas.openxmlformats.org/drawingml/2006/main">
            <a:off x="3524250" y="2381250"/>
            <a:ext cx="3762375" cy="628650"/>
          </a:xfrm>
          <a:prstGeom xmlns:a="http://schemas.openxmlformats.org/drawingml/2006/main" prst="ellipse">
            <a:avLst/>
          </a:prstGeom>
          <a:solidFill xmlns:a="http://schemas.openxmlformats.org/drawingml/2006/main">
            <a:srgbClr val="E7EEF2"/>
          </a:solidFill>
          <a:ln xmlns:a="http://schemas.openxmlformats.org/drawingml/2006/main" w="9525">
            <a:solidFill>
              <a:srgbClr val="CAD4DB"/>
            </a:solidFill>
          </a:ln>
        </p:spPr>
      </p:sp>
      <p:sp>
        <p:nvSpPr>
          <p:cNvPr id="9" name="">
            <a:extLst xmlns:a="http://schemas.openxmlformats.org/drawingml/2006/main">
              <a:ext uri="{FF2B5EF4-FFF2-40B4-BE49-F238E27FC236}">
                <a16:creationId xmlns:a16="http://schemas.microsoft.com/office/drawing/2014/main" id="{780A59C4-2BE4-4356-AAD7-C0EC0001B3E0}"/>
              </a:ext>
            </a:extLst>
          </p:cNvPr>
          <p:cNvSpPr>
            <a:spLocks xmlns:a="http://schemas.openxmlformats.org/drawingml/2006/main" noGrp="1"/>
          </p:cNvSpPr>
          <p:nvPr/>
        </p:nvSpPr>
        <p:spPr>
          <a:xfrm xmlns:a="http://schemas.openxmlformats.org/drawingml/2006/main">
            <a:off x="3657600" y="2533650"/>
            <a:ext cx="3514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C40"/>
                </a:solidFill>
                <a:latin typeface="DejaVu Sans"/>
                <a:ea typeface="DejaVu Sans"/>
                <a:cs typeface="DejaVu Sans"/>
              </a:defRPr>
            </a:defPPr>
            <a:lvl1pPr>
              <a:defRPr sz="1575" b="0">
                <a:solidFill>
                  <a:srgbClr val="172C40"/>
                </a:solidFill>
                <a:latin typeface="DejaVu Sans"/>
                <a:ea typeface="DejaVu Sans"/>
                <a:cs typeface="DejaVu Sans"/>
              </a:defRPr>
            </a:lvl1pPr>
            <a:lvl2pPr>
              <a:defRPr sz="1575" b="0">
                <a:solidFill>
                  <a:srgbClr val="172C40"/>
                </a:solidFill>
                <a:latin typeface="DejaVu Sans"/>
                <a:ea typeface="DejaVu Sans"/>
                <a:cs typeface="DejaVu Sans"/>
              </a:defRPr>
            </a:lvl2pPr>
            <a:lvl3pPr>
              <a:defRPr sz="1575" b="0">
                <a:solidFill>
                  <a:srgbClr val="172C40"/>
                </a:solidFill>
                <a:latin typeface="DejaVu Sans"/>
                <a:ea typeface="DejaVu Sans"/>
                <a:cs typeface="DejaVu Sans"/>
              </a:defRPr>
            </a:lvl3pPr>
            <a:lvl4pPr>
              <a:defRPr sz="1575" b="0">
                <a:solidFill>
                  <a:srgbClr val="172C40"/>
                </a:solidFill>
                <a:latin typeface="DejaVu Sans"/>
                <a:ea typeface="DejaVu Sans"/>
                <a:cs typeface="DejaVu Sans"/>
              </a:defRPr>
            </a:lvl4pPr>
            <a:lvl5pPr>
              <a:defRPr sz="1575" b="0">
                <a:solidFill>
                  <a:srgbClr val="172C40"/>
                </a:solidFill>
                <a:latin typeface="DejaVu Sans"/>
                <a:ea typeface="DejaVu Sans"/>
                <a:cs typeface="DejaVu Sans"/>
              </a:defRPr>
            </a:lvl5pPr>
            <a:lvl6pPr>
              <a:defRPr sz="1575" b="0">
                <a:solidFill>
                  <a:srgbClr val="172C40"/>
                </a:solidFill>
                <a:latin typeface="DejaVu Sans"/>
                <a:ea typeface="DejaVu Sans"/>
                <a:cs typeface="DejaVu Sans"/>
              </a:defRPr>
            </a:lvl6pPr>
            <a:lvl7pPr>
              <a:defRPr sz="1575" b="0">
                <a:solidFill>
                  <a:srgbClr val="172C40"/>
                </a:solidFill>
                <a:latin typeface="DejaVu Sans"/>
                <a:ea typeface="DejaVu Sans"/>
                <a:cs typeface="DejaVu Sans"/>
              </a:defRPr>
            </a:lvl7pPr>
            <a:lvl8pPr>
              <a:defRPr sz="1575" b="0">
                <a:solidFill>
                  <a:srgbClr val="172C40"/>
                </a:solidFill>
                <a:latin typeface="DejaVu Sans"/>
                <a:ea typeface="DejaVu Sans"/>
                <a:cs typeface="DejaVu Sans"/>
              </a:defRPr>
            </a:lvl8pPr>
            <a:lvl9pPr>
              <a:defRPr sz="1575" b="0">
                <a:solidFill>
                  <a:srgbClr val="172C40"/>
                </a:solidFill>
                <a:latin typeface="DejaVu Sans"/>
                <a:ea typeface="DejaVu Sans"/>
                <a:cs typeface="DejaVu Sans"/>
              </a:defRPr>
            </a:lvl9pPr>
          </a:lstStyle>
          <a:p xmlns:a="http://schemas.openxmlformats.org/drawingml/2006/main">
            <a:pPr>
              <a:defRPr sz="1575" b="0">
                <a:solidFill>
                  <a:srgbClr val="172C40"/>
                </a:solidFill>
                <a:latin typeface="DejaVu Sans"/>
                <a:ea typeface="DejaVu Sans"/>
                <a:cs typeface="DejaVu Sans"/>
              </a:defRPr>
            </a:pPr>
            <a:r>
              <a:rPr sz="1575" b="0">
                <a:solidFill>
                  <a:srgbClr val="172C40"/>
                </a:solidFill>
                <a:latin typeface="DejaVu Sans"/>
                <a:ea typeface="DejaVu Sans"/>
                <a:cs typeface="DejaVu Sans"/>
              </a:rPr>
              <a:t>UC-01  Enter or edit story</a:t>
            </a:r>
          </a:p>
        </p:txBody>
      </p:sp>
      <p:sp>
        <p:nvSpPr>
          <p:cNvPr id="10" name="">
            <a:extLst xmlns:a="http://schemas.openxmlformats.org/drawingml/2006/main">
              <a:ext uri="{FF2B5EF4-FFF2-40B4-BE49-F238E27FC236}">
                <a16:creationId xmlns:a16="http://schemas.microsoft.com/office/drawing/2014/main" id="{E97EC969-2FA2-4A59-A973-145F09E9FBCD}"/>
              </a:ext>
            </a:extLst>
          </p:cNvPr>
          <p:cNvSpPr>
            <a:spLocks xmlns:a="http://schemas.openxmlformats.org/drawingml/2006/main" noGrp="1"/>
          </p:cNvSpPr>
          <p:nvPr/>
        </p:nvSpPr>
        <p:spPr>
          <a:xfrm xmlns:a="http://schemas.openxmlformats.org/drawingml/2006/main">
            <a:off x="7467600" y="2381250"/>
            <a:ext cx="3762375" cy="628650"/>
          </a:xfrm>
          <a:prstGeom xmlns:a="http://schemas.openxmlformats.org/drawingml/2006/main" prst="ellipse">
            <a:avLst/>
          </a:prstGeom>
          <a:solidFill xmlns:a="http://schemas.openxmlformats.org/drawingml/2006/main">
            <a:srgbClr val="E7EEF2"/>
          </a:solidFill>
          <a:ln xmlns:a="http://schemas.openxmlformats.org/drawingml/2006/main" w="9525">
            <a:solidFill>
              <a:srgbClr val="CAD4DB"/>
            </a:solidFill>
          </a:ln>
        </p:spPr>
      </p:sp>
      <p:sp>
        <p:nvSpPr>
          <p:cNvPr id="11" name="">
            <a:extLst xmlns:a="http://schemas.openxmlformats.org/drawingml/2006/main">
              <a:ext uri="{FF2B5EF4-FFF2-40B4-BE49-F238E27FC236}">
                <a16:creationId xmlns:a16="http://schemas.microsoft.com/office/drawing/2014/main" id="{41C7D665-6147-4EE0-9CE8-56D6633581C5}"/>
              </a:ext>
            </a:extLst>
          </p:cNvPr>
          <p:cNvSpPr>
            <a:spLocks xmlns:a="http://schemas.openxmlformats.org/drawingml/2006/main" noGrp="1"/>
          </p:cNvSpPr>
          <p:nvPr/>
        </p:nvSpPr>
        <p:spPr>
          <a:xfrm xmlns:a="http://schemas.openxmlformats.org/drawingml/2006/main">
            <a:off x="7600950" y="2533650"/>
            <a:ext cx="3514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C40"/>
                </a:solidFill>
                <a:latin typeface="DejaVu Sans"/>
                <a:ea typeface="DejaVu Sans"/>
                <a:cs typeface="DejaVu Sans"/>
              </a:defRPr>
            </a:defPPr>
            <a:lvl1pPr>
              <a:defRPr sz="1575" b="0">
                <a:solidFill>
                  <a:srgbClr val="172C40"/>
                </a:solidFill>
                <a:latin typeface="DejaVu Sans"/>
                <a:ea typeface="DejaVu Sans"/>
                <a:cs typeface="DejaVu Sans"/>
              </a:defRPr>
            </a:lvl1pPr>
            <a:lvl2pPr>
              <a:defRPr sz="1575" b="0">
                <a:solidFill>
                  <a:srgbClr val="172C40"/>
                </a:solidFill>
                <a:latin typeface="DejaVu Sans"/>
                <a:ea typeface="DejaVu Sans"/>
                <a:cs typeface="DejaVu Sans"/>
              </a:defRPr>
            </a:lvl2pPr>
            <a:lvl3pPr>
              <a:defRPr sz="1575" b="0">
                <a:solidFill>
                  <a:srgbClr val="172C40"/>
                </a:solidFill>
                <a:latin typeface="DejaVu Sans"/>
                <a:ea typeface="DejaVu Sans"/>
                <a:cs typeface="DejaVu Sans"/>
              </a:defRPr>
            </a:lvl3pPr>
            <a:lvl4pPr>
              <a:defRPr sz="1575" b="0">
                <a:solidFill>
                  <a:srgbClr val="172C40"/>
                </a:solidFill>
                <a:latin typeface="DejaVu Sans"/>
                <a:ea typeface="DejaVu Sans"/>
                <a:cs typeface="DejaVu Sans"/>
              </a:defRPr>
            </a:lvl4pPr>
            <a:lvl5pPr>
              <a:defRPr sz="1575" b="0">
                <a:solidFill>
                  <a:srgbClr val="172C40"/>
                </a:solidFill>
                <a:latin typeface="DejaVu Sans"/>
                <a:ea typeface="DejaVu Sans"/>
                <a:cs typeface="DejaVu Sans"/>
              </a:defRPr>
            </a:lvl5pPr>
            <a:lvl6pPr>
              <a:defRPr sz="1575" b="0">
                <a:solidFill>
                  <a:srgbClr val="172C40"/>
                </a:solidFill>
                <a:latin typeface="DejaVu Sans"/>
                <a:ea typeface="DejaVu Sans"/>
                <a:cs typeface="DejaVu Sans"/>
              </a:defRPr>
            </a:lvl6pPr>
            <a:lvl7pPr>
              <a:defRPr sz="1575" b="0">
                <a:solidFill>
                  <a:srgbClr val="172C40"/>
                </a:solidFill>
                <a:latin typeface="DejaVu Sans"/>
                <a:ea typeface="DejaVu Sans"/>
                <a:cs typeface="DejaVu Sans"/>
              </a:defRPr>
            </a:lvl7pPr>
            <a:lvl8pPr>
              <a:defRPr sz="1575" b="0">
                <a:solidFill>
                  <a:srgbClr val="172C40"/>
                </a:solidFill>
                <a:latin typeface="DejaVu Sans"/>
                <a:ea typeface="DejaVu Sans"/>
                <a:cs typeface="DejaVu Sans"/>
              </a:defRPr>
            </a:lvl8pPr>
            <a:lvl9pPr>
              <a:defRPr sz="1575" b="0">
                <a:solidFill>
                  <a:srgbClr val="172C40"/>
                </a:solidFill>
                <a:latin typeface="DejaVu Sans"/>
                <a:ea typeface="DejaVu Sans"/>
                <a:cs typeface="DejaVu Sans"/>
              </a:defRPr>
            </a:lvl9pPr>
          </a:lstStyle>
          <a:p xmlns:a="http://schemas.openxmlformats.org/drawingml/2006/main">
            <a:pPr>
              <a:defRPr sz="1575" b="0">
                <a:solidFill>
                  <a:srgbClr val="172C40"/>
                </a:solidFill>
                <a:latin typeface="DejaVu Sans"/>
                <a:ea typeface="DejaVu Sans"/>
                <a:cs typeface="DejaVu Sans"/>
              </a:defRPr>
            </a:pPr>
            <a:r>
              <a:rPr sz="1575" b="0">
                <a:solidFill>
                  <a:srgbClr val="172C40"/>
                </a:solidFill>
                <a:latin typeface="DejaVu Sans"/>
                <a:ea typeface="DejaVu Sans"/>
                <a:cs typeface="DejaVu Sans"/>
              </a:rPr>
              <a:t>UC-02  Submit generation</a:t>
            </a:r>
          </a:p>
        </p:txBody>
      </p:sp>
      <p:sp>
        <p:nvSpPr>
          <p:cNvPr id="12" name="">
            <a:extLst xmlns:a="http://schemas.openxmlformats.org/drawingml/2006/main">
              <a:ext uri="{FF2B5EF4-FFF2-40B4-BE49-F238E27FC236}">
                <a16:creationId xmlns:a16="http://schemas.microsoft.com/office/drawing/2014/main" id="{112F38AA-85AC-45EA-B115-D197F8F3C78F}"/>
              </a:ext>
            </a:extLst>
          </p:cNvPr>
          <p:cNvSpPr>
            <a:spLocks xmlns:a="http://schemas.openxmlformats.org/drawingml/2006/main" noGrp="1"/>
          </p:cNvSpPr>
          <p:nvPr/>
        </p:nvSpPr>
        <p:spPr>
          <a:xfrm xmlns:a="http://schemas.openxmlformats.org/drawingml/2006/main">
            <a:off x="3524250" y="3162300"/>
            <a:ext cx="3762375" cy="628650"/>
          </a:xfrm>
          <a:prstGeom xmlns:a="http://schemas.openxmlformats.org/drawingml/2006/main" prst="ellipse">
            <a:avLst/>
          </a:prstGeom>
          <a:solidFill xmlns:a="http://schemas.openxmlformats.org/drawingml/2006/main">
            <a:srgbClr val="E7EEF2"/>
          </a:solidFill>
          <a:ln xmlns:a="http://schemas.openxmlformats.org/drawingml/2006/main" w="9525">
            <a:solidFill>
              <a:srgbClr val="CAD4DB"/>
            </a:solidFill>
          </a:ln>
        </p:spPr>
      </p:sp>
      <p:sp>
        <p:nvSpPr>
          <p:cNvPr id="13" name="">
            <a:extLst xmlns:a="http://schemas.openxmlformats.org/drawingml/2006/main">
              <a:ext uri="{FF2B5EF4-FFF2-40B4-BE49-F238E27FC236}">
                <a16:creationId xmlns:a16="http://schemas.microsoft.com/office/drawing/2014/main" id="{2AF04034-E7E2-40CE-8712-9860F6BB9E07}"/>
              </a:ext>
            </a:extLst>
          </p:cNvPr>
          <p:cNvSpPr>
            <a:spLocks xmlns:a="http://schemas.openxmlformats.org/drawingml/2006/main" noGrp="1"/>
          </p:cNvSpPr>
          <p:nvPr/>
        </p:nvSpPr>
        <p:spPr>
          <a:xfrm xmlns:a="http://schemas.openxmlformats.org/drawingml/2006/main">
            <a:off x="3657600" y="3314700"/>
            <a:ext cx="3514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C40"/>
                </a:solidFill>
                <a:latin typeface="DejaVu Sans"/>
                <a:ea typeface="DejaVu Sans"/>
                <a:cs typeface="DejaVu Sans"/>
              </a:defRPr>
            </a:defPPr>
            <a:lvl1pPr>
              <a:defRPr sz="1575" b="0">
                <a:solidFill>
                  <a:srgbClr val="172C40"/>
                </a:solidFill>
                <a:latin typeface="DejaVu Sans"/>
                <a:ea typeface="DejaVu Sans"/>
                <a:cs typeface="DejaVu Sans"/>
              </a:defRPr>
            </a:lvl1pPr>
            <a:lvl2pPr>
              <a:defRPr sz="1575" b="0">
                <a:solidFill>
                  <a:srgbClr val="172C40"/>
                </a:solidFill>
                <a:latin typeface="DejaVu Sans"/>
                <a:ea typeface="DejaVu Sans"/>
                <a:cs typeface="DejaVu Sans"/>
              </a:defRPr>
            </a:lvl2pPr>
            <a:lvl3pPr>
              <a:defRPr sz="1575" b="0">
                <a:solidFill>
                  <a:srgbClr val="172C40"/>
                </a:solidFill>
                <a:latin typeface="DejaVu Sans"/>
                <a:ea typeface="DejaVu Sans"/>
                <a:cs typeface="DejaVu Sans"/>
              </a:defRPr>
            </a:lvl3pPr>
            <a:lvl4pPr>
              <a:defRPr sz="1575" b="0">
                <a:solidFill>
                  <a:srgbClr val="172C40"/>
                </a:solidFill>
                <a:latin typeface="DejaVu Sans"/>
                <a:ea typeface="DejaVu Sans"/>
                <a:cs typeface="DejaVu Sans"/>
              </a:defRPr>
            </a:lvl4pPr>
            <a:lvl5pPr>
              <a:defRPr sz="1575" b="0">
                <a:solidFill>
                  <a:srgbClr val="172C40"/>
                </a:solidFill>
                <a:latin typeface="DejaVu Sans"/>
                <a:ea typeface="DejaVu Sans"/>
                <a:cs typeface="DejaVu Sans"/>
              </a:defRPr>
            </a:lvl5pPr>
            <a:lvl6pPr>
              <a:defRPr sz="1575" b="0">
                <a:solidFill>
                  <a:srgbClr val="172C40"/>
                </a:solidFill>
                <a:latin typeface="DejaVu Sans"/>
                <a:ea typeface="DejaVu Sans"/>
                <a:cs typeface="DejaVu Sans"/>
              </a:defRPr>
            </a:lvl6pPr>
            <a:lvl7pPr>
              <a:defRPr sz="1575" b="0">
                <a:solidFill>
                  <a:srgbClr val="172C40"/>
                </a:solidFill>
                <a:latin typeface="DejaVu Sans"/>
                <a:ea typeface="DejaVu Sans"/>
                <a:cs typeface="DejaVu Sans"/>
              </a:defRPr>
            </a:lvl7pPr>
            <a:lvl8pPr>
              <a:defRPr sz="1575" b="0">
                <a:solidFill>
                  <a:srgbClr val="172C40"/>
                </a:solidFill>
                <a:latin typeface="DejaVu Sans"/>
                <a:ea typeface="DejaVu Sans"/>
                <a:cs typeface="DejaVu Sans"/>
              </a:defRPr>
            </a:lvl8pPr>
            <a:lvl9pPr>
              <a:defRPr sz="1575" b="0">
                <a:solidFill>
                  <a:srgbClr val="172C40"/>
                </a:solidFill>
                <a:latin typeface="DejaVu Sans"/>
                <a:ea typeface="DejaVu Sans"/>
                <a:cs typeface="DejaVu Sans"/>
              </a:defRPr>
            </a:lvl9pPr>
          </a:lstStyle>
          <a:p xmlns:a="http://schemas.openxmlformats.org/drawingml/2006/main">
            <a:pPr>
              <a:defRPr sz="1575" b="0">
                <a:solidFill>
                  <a:srgbClr val="172C40"/>
                </a:solidFill>
                <a:latin typeface="DejaVu Sans"/>
                <a:ea typeface="DejaVu Sans"/>
                <a:cs typeface="DejaVu Sans"/>
              </a:defRPr>
            </a:pPr>
            <a:r>
              <a:rPr sz="1575" b="0">
                <a:solidFill>
                  <a:srgbClr val="172C40"/>
                </a:solidFill>
                <a:latin typeface="DejaVu Sans"/>
                <a:ea typeface="DejaVu Sans"/>
                <a:cs typeface="DejaVu Sans"/>
              </a:rPr>
              <a:t>UC-03  Check progress or failure</a:t>
            </a:r>
          </a:p>
        </p:txBody>
      </p:sp>
      <p:sp>
        <p:nvSpPr>
          <p:cNvPr id="14" name="">
            <a:extLst xmlns:a="http://schemas.openxmlformats.org/drawingml/2006/main">
              <a:ext uri="{FF2B5EF4-FFF2-40B4-BE49-F238E27FC236}">
                <a16:creationId xmlns:a16="http://schemas.microsoft.com/office/drawing/2014/main" id="{70796D89-A7DA-4CDF-87D0-64B03276CA5E}"/>
              </a:ext>
            </a:extLst>
          </p:cNvPr>
          <p:cNvSpPr>
            <a:spLocks xmlns:a="http://schemas.openxmlformats.org/drawingml/2006/main" noGrp="1"/>
          </p:cNvSpPr>
          <p:nvPr/>
        </p:nvSpPr>
        <p:spPr>
          <a:xfrm xmlns:a="http://schemas.openxmlformats.org/drawingml/2006/main">
            <a:off x="7467600" y="3162300"/>
            <a:ext cx="3762375" cy="628650"/>
          </a:xfrm>
          <a:prstGeom xmlns:a="http://schemas.openxmlformats.org/drawingml/2006/main" prst="ellipse">
            <a:avLst/>
          </a:prstGeom>
          <a:solidFill xmlns:a="http://schemas.openxmlformats.org/drawingml/2006/main">
            <a:srgbClr val="E7EEF2"/>
          </a:solidFill>
          <a:ln xmlns:a="http://schemas.openxmlformats.org/drawingml/2006/main" w="9525">
            <a:solidFill>
              <a:srgbClr val="CAD4DB"/>
            </a:solidFill>
          </a:ln>
        </p:spPr>
      </p:sp>
      <p:sp>
        <p:nvSpPr>
          <p:cNvPr id="15" name="">
            <a:extLst xmlns:a="http://schemas.openxmlformats.org/drawingml/2006/main">
              <a:ext uri="{FF2B5EF4-FFF2-40B4-BE49-F238E27FC236}">
                <a16:creationId xmlns:a16="http://schemas.microsoft.com/office/drawing/2014/main" id="{CE3C257A-2ED8-4400-9FC8-C0D44E423978}"/>
              </a:ext>
            </a:extLst>
          </p:cNvPr>
          <p:cNvSpPr>
            <a:spLocks xmlns:a="http://schemas.openxmlformats.org/drawingml/2006/main" noGrp="1"/>
          </p:cNvSpPr>
          <p:nvPr/>
        </p:nvSpPr>
        <p:spPr>
          <a:xfrm xmlns:a="http://schemas.openxmlformats.org/drawingml/2006/main">
            <a:off x="7600950" y="3314700"/>
            <a:ext cx="3514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C40"/>
                </a:solidFill>
                <a:latin typeface="DejaVu Sans"/>
                <a:ea typeface="DejaVu Sans"/>
                <a:cs typeface="DejaVu Sans"/>
              </a:defRPr>
            </a:defPPr>
            <a:lvl1pPr>
              <a:defRPr sz="1575" b="0">
                <a:solidFill>
                  <a:srgbClr val="172C40"/>
                </a:solidFill>
                <a:latin typeface="DejaVu Sans"/>
                <a:ea typeface="DejaVu Sans"/>
                <a:cs typeface="DejaVu Sans"/>
              </a:defRPr>
            </a:lvl1pPr>
            <a:lvl2pPr>
              <a:defRPr sz="1575" b="0">
                <a:solidFill>
                  <a:srgbClr val="172C40"/>
                </a:solidFill>
                <a:latin typeface="DejaVu Sans"/>
                <a:ea typeface="DejaVu Sans"/>
                <a:cs typeface="DejaVu Sans"/>
              </a:defRPr>
            </a:lvl2pPr>
            <a:lvl3pPr>
              <a:defRPr sz="1575" b="0">
                <a:solidFill>
                  <a:srgbClr val="172C40"/>
                </a:solidFill>
                <a:latin typeface="DejaVu Sans"/>
                <a:ea typeface="DejaVu Sans"/>
                <a:cs typeface="DejaVu Sans"/>
              </a:defRPr>
            </a:lvl3pPr>
            <a:lvl4pPr>
              <a:defRPr sz="1575" b="0">
                <a:solidFill>
                  <a:srgbClr val="172C40"/>
                </a:solidFill>
                <a:latin typeface="DejaVu Sans"/>
                <a:ea typeface="DejaVu Sans"/>
                <a:cs typeface="DejaVu Sans"/>
              </a:defRPr>
            </a:lvl4pPr>
            <a:lvl5pPr>
              <a:defRPr sz="1575" b="0">
                <a:solidFill>
                  <a:srgbClr val="172C40"/>
                </a:solidFill>
                <a:latin typeface="DejaVu Sans"/>
                <a:ea typeface="DejaVu Sans"/>
                <a:cs typeface="DejaVu Sans"/>
              </a:defRPr>
            </a:lvl5pPr>
            <a:lvl6pPr>
              <a:defRPr sz="1575" b="0">
                <a:solidFill>
                  <a:srgbClr val="172C40"/>
                </a:solidFill>
                <a:latin typeface="DejaVu Sans"/>
                <a:ea typeface="DejaVu Sans"/>
                <a:cs typeface="DejaVu Sans"/>
              </a:defRPr>
            </a:lvl6pPr>
            <a:lvl7pPr>
              <a:defRPr sz="1575" b="0">
                <a:solidFill>
                  <a:srgbClr val="172C40"/>
                </a:solidFill>
                <a:latin typeface="DejaVu Sans"/>
                <a:ea typeface="DejaVu Sans"/>
                <a:cs typeface="DejaVu Sans"/>
              </a:defRPr>
            </a:lvl7pPr>
            <a:lvl8pPr>
              <a:defRPr sz="1575" b="0">
                <a:solidFill>
                  <a:srgbClr val="172C40"/>
                </a:solidFill>
                <a:latin typeface="DejaVu Sans"/>
                <a:ea typeface="DejaVu Sans"/>
                <a:cs typeface="DejaVu Sans"/>
              </a:defRPr>
            </a:lvl8pPr>
            <a:lvl9pPr>
              <a:defRPr sz="1575" b="0">
                <a:solidFill>
                  <a:srgbClr val="172C40"/>
                </a:solidFill>
                <a:latin typeface="DejaVu Sans"/>
                <a:ea typeface="DejaVu Sans"/>
                <a:cs typeface="DejaVu Sans"/>
              </a:defRPr>
            </a:lvl9pPr>
          </a:lstStyle>
          <a:p xmlns:a="http://schemas.openxmlformats.org/drawingml/2006/main">
            <a:pPr>
              <a:defRPr sz="1575" b="0">
                <a:solidFill>
                  <a:srgbClr val="172C40"/>
                </a:solidFill>
                <a:latin typeface="DejaVu Sans"/>
                <a:ea typeface="DejaVu Sans"/>
                <a:cs typeface="DejaVu Sans"/>
              </a:defRPr>
            </a:pPr>
            <a:r>
              <a:rPr sz="1575" b="0">
                <a:solidFill>
                  <a:srgbClr val="172C40"/>
                </a:solidFill>
                <a:latin typeface="DejaVu Sans"/>
                <a:ea typeface="DejaVu Sans"/>
                <a:cs typeface="DejaVu Sans"/>
              </a:rPr>
              <a:t>UC-04  Inspect simplifications</a:t>
            </a:r>
          </a:p>
        </p:txBody>
      </p:sp>
      <p:sp>
        <p:nvSpPr>
          <p:cNvPr id="16" name="">
            <a:extLst xmlns:a="http://schemas.openxmlformats.org/drawingml/2006/main">
              <a:ext uri="{FF2B5EF4-FFF2-40B4-BE49-F238E27FC236}">
                <a16:creationId xmlns:a16="http://schemas.microsoft.com/office/drawing/2014/main" id="{22C0379B-A770-4BE3-9FD7-8A210807AECB}"/>
              </a:ext>
            </a:extLst>
          </p:cNvPr>
          <p:cNvSpPr>
            <a:spLocks xmlns:a="http://schemas.openxmlformats.org/drawingml/2006/main" noGrp="1"/>
          </p:cNvSpPr>
          <p:nvPr/>
        </p:nvSpPr>
        <p:spPr>
          <a:xfrm xmlns:a="http://schemas.openxmlformats.org/drawingml/2006/main">
            <a:off x="3524250" y="3943350"/>
            <a:ext cx="3762375" cy="628650"/>
          </a:xfrm>
          <a:prstGeom xmlns:a="http://schemas.openxmlformats.org/drawingml/2006/main" prst="ellipse">
            <a:avLst/>
          </a:prstGeom>
          <a:solidFill xmlns:a="http://schemas.openxmlformats.org/drawingml/2006/main">
            <a:srgbClr val="E7EEF2"/>
          </a:solidFill>
          <a:ln xmlns:a="http://schemas.openxmlformats.org/drawingml/2006/main" w="9525">
            <a:solidFill>
              <a:srgbClr val="CAD4DB"/>
            </a:solidFill>
          </a:ln>
        </p:spPr>
      </p:sp>
      <p:sp>
        <p:nvSpPr>
          <p:cNvPr id="17" name="">
            <a:extLst xmlns:a="http://schemas.openxmlformats.org/drawingml/2006/main">
              <a:ext uri="{FF2B5EF4-FFF2-40B4-BE49-F238E27FC236}">
                <a16:creationId xmlns:a16="http://schemas.microsoft.com/office/drawing/2014/main" id="{57E65C95-8ED4-4B1D-B4BD-D9A1C99B828D}"/>
              </a:ext>
            </a:extLst>
          </p:cNvPr>
          <p:cNvSpPr>
            <a:spLocks xmlns:a="http://schemas.openxmlformats.org/drawingml/2006/main" noGrp="1"/>
          </p:cNvSpPr>
          <p:nvPr/>
        </p:nvSpPr>
        <p:spPr>
          <a:xfrm xmlns:a="http://schemas.openxmlformats.org/drawingml/2006/main">
            <a:off x="3657600" y="4095750"/>
            <a:ext cx="3514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C40"/>
                </a:solidFill>
                <a:latin typeface="DejaVu Sans"/>
                <a:ea typeface="DejaVu Sans"/>
                <a:cs typeface="DejaVu Sans"/>
              </a:defRPr>
            </a:defPPr>
            <a:lvl1pPr>
              <a:defRPr sz="1575" b="0">
                <a:solidFill>
                  <a:srgbClr val="172C40"/>
                </a:solidFill>
                <a:latin typeface="DejaVu Sans"/>
                <a:ea typeface="DejaVu Sans"/>
                <a:cs typeface="DejaVu Sans"/>
              </a:defRPr>
            </a:lvl1pPr>
            <a:lvl2pPr>
              <a:defRPr sz="1575" b="0">
                <a:solidFill>
                  <a:srgbClr val="172C40"/>
                </a:solidFill>
                <a:latin typeface="DejaVu Sans"/>
                <a:ea typeface="DejaVu Sans"/>
                <a:cs typeface="DejaVu Sans"/>
              </a:defRPr>
            </a:lvl2pPr>
            <a:lvl3pPr>
              <a:defRPr sz="1575" b="0">
                <a:solidFill>
                  <a:srgbClr val="172C40"/>
                </a:solidFill>
                <a:latin typeface="DejaVu Sans"/>
                <a:ea typeface="DejaVu Sans"/>
                <a:cs typeface="DejaVu Sans"/>
              </a:defRPr>
            </a:lvl3pPr>
            <a:lvl4pPr>
              <a:defRPr sz="1575" b="0">
                <a:solidFill>
                  <a:srgbClr val="172C40"/>
                </a:solidFill>
                <a:latin typeface="DejaVu Sans"/>
                <a:ea typeface="DejaVu Sans"/>
                <a:cs typeface="DejaVu Sans"/>
              </a:defRPr>
            </a:lvl4pPr>
            <a:lvl5pPr>
              <a:defRPr sz="1575" b="0">
                <a:solidFill>
                  <a:srgbClr val="172C40"/>
                </a:solidFill>
                <a:latin typeface="DejaVu Sans"/>
                <a:ea typeface="DejaVu Sans"/>
                <a:cs typeface="DejaVu Sans"/>
              </a:defRPr>
            </a:lvl5pPr>
            <a:lvl6pPr>
              <a:defRPr sz="1575" b="0">
                <a:solidFill>
                  <a:srgbClr val="172C40"/>
                </a:solidFill>
                <a:latin typeface="DejaVu Sans"/>
                <a:ea typeface="DejaVu Sans"/>
                <a:cs typeface="DejaVu Sans"/>
              </a:defRPr>
            </a:lvl6pPr>
            <a:lvl7pPr>
              <a:defRPr sz="1575" b="0">
                <a:solidFill>
                  <a:srgbClr val="172C40"/>
                </a:solidFill>
                <a:latin typeface="DejaVu Sans"/>
                <a:ea typeface="DejaVu Sans"/>
                <a:cs typeface="DejaVu Sans"/>
              </a:defRPr>
            </a:lvl7pPr>
            <a:lvl8pPr>
              <a:defRPr sz="1575" b="0">
                <a:solidFill>
                  <a:srgbClr val="172C40"/>
                </a:solidFill>
                <a:latin typeface="DejaVu Sans"/>
                <a:ea typeface="DejaVu Sans"/>
                <a:cs typeface="DejaVu Sans"/>
              </a:defRPr>
            </a:lvl8pPr>
            <a:lvl9pPr>
              <a:defRPr sz="1575" b="0">
                <a:solidFill>
                  <a:srgbClr val="172C40"/>
                </a:solidFill>
                <a:latin typeface="DejaVu Sans"/>
                <a:ea typeface="DejaVu Sans"/>
                <a:cs typeface="DejaVu Sans"/>
              </a:defRPr>
            </a:lvl9pPr>
          </a:lstStyle>
          <a:p xmlns:a="http://schemas.openxmlformats.org/drawingml/2006/main">
            <a:pPr>
              <a:defRPr sz="1575" b="0">
                <a:solidFill>
                  <a:srgbClr val="172C40"/>
                </a:solidFill>
                <a:latin typeface="DejaVu Sans"/>
                <a:ea typeface="DejaVu Sans"/>
                <a:cs typeface="DejaVu Sans"/>
              </a:defRPr>
            </a:pPr>
            <a:r>
              <a:rPr sz="1575" b="0">
                <a:solidFill>
                  <a:srgbClr val="172C40"/>
                </a:solidFill>
                <a:latin typeface="DejaVu Sans"/>
                <a:ea typeface="DejaVu Sans"/>
                <a:cs typeface="DejaVu Sans"/>
              </a:rPr>
              <a:t>UC-05  Play, finish and replay</a:t>
            </a:r>
          </a:p>
        </p:txBody>
      </p:sp>
      <p:sp>
        <p:nvSpPr>
          <p:cNvPr id="18" name="">
            <a:extLst xmlns:a="http://schemas.openxmlformats.org/drawingml/2006/main">
              <a:ext uri="{FF2B5EF4-FFF2-40B4-BE49-F238E27FC236}">
                <a16:creationId xmlns:a16="http://schemas.microsoft.com/office/drawing/2014/main" id="{7DBAA5A8-107A-42D7-8241-CB710A7C7EF4}"/>
              </a:ext>
            </a:extLst>
          </p:cNvPr>
          <p:cNvSpPr>
            <a:spLocks xmlns:a="http://schemas.openxmlformats.org/drawingml/2006/main" noGrp="1"/>
          </p:cNvSpPr>
          <p:nvPr/>
        </p:nvSpPr>
        <p:spPr>
          <a:xfrm xmlns:a="http://schemas.openxmlformats.org/drawingml/2006/main">
            <a:off x="7467600" y="3943350"/>
            <a:ext cx="3762375" cy="628650"/>
          </a:xfrm>
          <a:prstGeom xmlns:a="http://schemas.openxmlformats.org/drawingml/2006/main" prst="ellipse">
            <a:avLst/>
          </a:prstGeom>
          <a:solidFill xmlns:a="http://schemas.openxmlformats.org/drawingml/2006/main">
            <a:srgbClr val="E7EEF2"/>
          </a:solidFill>
          <a:ln xmlns:a="http://schemas.openxmlformats.org/drawingml/2006/main" w="9525">
            <a:solidFill>
              <a:srgbClr val="CAD4DB"/>
            </a:solidFill>
          </a:ln>
        </p:spPr>
      </p:sp>
      <p:sp>
        <p:nvSpPr>
          <p:cNvPr id="19" name="">
            <a:extLst xmlns:a="http://schemas.openxmlformats.org/drawingml/2006/main">
              <a:ext uri="{FF2B5EF4-FFF2-40B4-BE49-F238E27FC236}">
                <a16:creationId xmlns:a16="http://schemas.microsoft.com/office/drawing/2014/main" id="{4AC1A912-2499-470C-BB21-362946756912}"/>
              </a:ext>
            </a:extLst>
          </p:cNvPr>
          <p:cNvSpPr>
            <a:spLocks xmlns:a="http://schemas.openxmlformats.org/drawingml/2006/main" noGrp="1"/>
          </p:cNvSpPr>
          <p:nvPr/>
        </p:nvSpPr>
        <p:spPr>
          <a:xfrm xmlns:a="http://schemas.openxmlformats.org/drawingml/2006/main">
            <a:off x="7600950" y="4095750"/>
            <a:ext cx="3514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C40"/>
                </a:solidFill>
                <a:latin typeface="DejaVu Sans"/>
                <a:ea typeface="DejaVu Sans"/>
                <a:cs typeface="DejaVu Sans"/>
              </a:defRPr>
            </a:defPPr>
            <a:lvl1pPr>
              <a:defRPr sz="1575" b="0">
                <a:solidFill>
                  <a:srgbClr val="172C40"/>
                </a:solidFill>
                <a:latin typeface="DejaVu Sans"/>
                <a:ea typeface="DejaVu Sans"/>
                <a:cs typeface="DejaVu Sans"/>
              </a:defRPr>
            </a:lvl1pPr>
            <a:lvl2pPr>
              <a:defRPr sz="1575" b="0">
                <a:solidFill>
                  <a:srgbClr val="172C40"/>
                </a:solidFill>
                <a:latin typeface="DejaVu Sans"/>
                <a:ea typeface="DejaVu Sans"/>
                <a:cs typeface="DejaVu Sans"/>
              </a:defRPr>
            </a:lvl2pPr>
            <a:lvl3pPr>
              <a:defRPr sz="1575" b="0">
                <a:solidFill>
                  <a:srgbClr val="172C40"/>
                </a:solidFill>
                <a:latin typeface="DejaVu Sans"/>
                <a:ea typeface="DejaVu Sans"/>
                <a:cs typeface="DejaVu Sans"/>
              </a:defRPr>
            </a:lvl3pPr>
            <a:lvl4pPr>
              <a:defRPr sz="1575" b="0">
                <a:solidFill>
                  <a:srgbClr val="172C40"/>
                </a:solidFill>
                <a:latin typeface="DejaVu Sans"/>
                <a:ea typeface="DejaVu Sans"/>
                <a:cs typeface="DejaVu Sans"/>
              </a:defRPr>
            </a:lvl4pPr>
            <a:lvl5pPr>
              <a:defRPr sz="1575" b="0">
                <a:solidFill>
                  <a:srgbClr val="172C40"/>
                </a:solidFill>
                <a:latin typeface="DejaVu Sans"/>
                <a:ea typeface="DejaVu Sans"/>
                <a:cs typeface="DejaVu Sans"/>
              </a:defRPr>
            </a:lvl5pPr>
            <a:lvl6pPr>
              <a:defRPr sz="1575" b="0">
                <a:solidFill>
                  <a:srgbClr val="172C40"/>
                </a:solidFill>
                <a:latin typeface="DejaVu Sans"/>
                <a:ea typeface="DejaVu Sans"/>
                <a:cs typeface="DejaVu Sans"/>
              </a:defRPr>
            </a:lvl6pPr>
            <a:lvl7pPr>
              <a:defRPr sz="1575" b="0">
                <a:solidFill>
                  <a:srgbClr val="172C40"/>
                </a:solidFill>
                <a:latin typeface="DejaVu Sans"/>
                <a:ea typeface="DejaVu Sans"/>
                <a:cs typeface="DejaVu Sans"/>
              </a:defRPr>
            </a:lvl7pPr>
            <a:lvl8pPr>
              <a:defRPr sz="1575" b="0">
                <a:solidFill>
                  <a:srgbClr val="172C40"/>
                </a:solidFill>
                <a:latin typeface="DejaVu Sans"/>
                <a:ea typeface="DejaVu Sans"/>
                <a:cs typeface="DejaVu Sans"/>
              </a:defRPr>
            </a:lvl8pPr>
            <a:lvl9pPr>
              <a:defRPr sz="1575" b="0">
                <a:solidFill>
                  <a:srgbClr val="172C40"/>
                </a:solidFill>
                <a:latin typeface="DejaVu Sans"/>
                <a:ea typeface="DejaVu Sans"/>
                <a:cs typeface="DejaVu Sans"/>
              </a:defRPr>
            </a:lvl9pPr>
          </a:lstStyle>
          <a:p xmlns:a="http://schemas.openxmlformats.org/drawingml/2006/main">
            <a:pPr>
              <a:defRPr sz="1575" b="0">
                <a:solidFill>
                  <a:srgbClr val="172C40"/>
                </a:solidFill>
                <a:latin typeface="DejaVu Sans"/>
                <a:ea typeface="DejaVu Sans"/>
                <a:cs typeface="DejaVu Sans"/>
              </a:defRPr>
            </a:pPr>
            <a:r>
              <a:rPr sz="1575" b="0">
                <a:solidFill>
                  <a:srgbClr val="172C40"/>
                </a:solidFill>
                <a:latin typeface="DejaVu Sans"/>
                <a:ea typeface="DejaVu Sans"/>
                <a:cs typeface="DejaVu Sans"/>
              </a:rPr>
              <a:t>UC-06  Browse saved versions</a:t>
            </a:r>
          </a:p>
        </p:txBody>
      </p:sp>
      <p:sp>
        <p:nvSpPr>
          <p:cNvPr id="20" name="">
            <a:extLst xmlns:a="http://schemas.openxmlformats.org/drawingml/2006/main">
              <a:ext uri="{FF2B5EF4-FFF2-40B4-BE49-F238E27FC236}">
                <a16:creationId xmlns:a16="http://schemas.microsoft.com/office/drawing/2014/main" id="{12872BEA-9798-4E7B-9C30-5DCA3CC50FBA}"/>
              </a:ext>
            </a:extLst>
          </p:cNvPr>
          <p:cNvSpPr>
            <a:spLocks xmlns:a="http://schemas.openxmlformats.org/drawingml/2006/main" noGrp="1"/>
          </p:cNvSpPr>
          <p:nvPr/>
        </p:nvSpPr>
        <p:spPr>
          <a:xfrm xmlns:a="http://schemas.openxmlformats.org/drawingml/2006/main">
            <a:off x="3524250" y="4724400"/>
            <a:ext cx="3762375" cy="628650"/>
          </a:xfrm>
          <a:prstGeom xmlns:a="http://schemas.openxmlformats.org/drawingml/2006/main" prst="ellipse">
            <a:avLst/>
          </a:prstGeom>
          <a:solidFill xmlns:a="http://schemas.openxmlformats.org/drawingml/2006/main">
            <a:srgbClr val="E7EEF2"/>
          </a:solidFill>
          <a:ln xmlns:a="http://schemas.openxmlformats.org/drawingml/2006/main" w="9525">
            <a:solidFill>
              <a:srgbClr val="CAD4DB"/>
            </a:solidFill>
          </a:ln>
        </p:spPr>
      </p:sp>
      <p:sp>
        <p:nvSpPr>
          <p:cNvPr id="21" name="">
            <a:extLst xmlns:a="http://schemas.openxmlformats.org/drawingml/2006/main">
              <a:ext uri="{FF2B5EF4-FFF2-40B4-BE49-F238E27FC236}">
                <a16:creationId xmlns:a16="http://schemas.microsoft.com/office/drawing/2014/main" id="{A3F74C20-5098-4F97-AB98-E47750673C69}"/>
              </a:ext>
            </a:extLst>
          </p:cNvPr>
          <p:cNvSpPr>
            <a:spLocks xmlns:a="http://schemas.openxmlformats.org/drawingml/2006/main" noGrp="1"/>
          </p:cNvSpPr>
          <p:nvPr/>
        </p:nvSpPr>
        <p:spPr>
          <a:xfrm xmlns:a="http://schemas.openxmlformats.org/drawingml/2006/main">
            <a:off x="3657600" y="4876800"/>
            <a:ext cx="35147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2C40"/>
                </a:solidFill>
                <a:latin typeface="DejaVu Sans"/>
                <a:ea typeface="DejaVu Sans"/>
                <a:cs typeface="DejaVu Sans"/>
              </a:defRPr>
            </a:defPPr>
            <a:lvl1pPr>
              <a:defRPr sz="1575" b="0">
                <a:solidFill>
                  <a:srgbClr val="172C40"/>
                </a:solidFill>
                <a:latin typeface="DejaVu Sans"/>
                <a:ea typeface="DejaVu Sans"/>
                <a:cs typeface="DejaVu Sans"/>
              </a:defRPr>
            </a:lvl1pPr>
            <a:lvl2pPr>
              <a:defRPr sz="1575" b="0">
                <a:solidFill>
                  <a:srgbClr val="172C40"/>
                </a:solidFill>
                <a:latin typeface="DejaVu Sans"/>
                <a:ea typeface="DejaVu Sans"/>
                <a:cs typeface="DejaVu Sans"/>
              </a:defRPr>
            </a:lvl2pPr>
            <a:lvl3pPr>
              <a:defRPr sz="1575" b="0">
                <a:solidFill>
                  <a:srgbClr val="172C40"/>
                </a:solidFill>
                <a:latin typeface="DejaVu Sans"/>
                <a:ea typeface="DejaVu Sans"/>
                <a:cs typeface="DejaVu Sans"/>
              </a:defRPr>
            </a:lvl3pPr>
            <a:lvl4pPr>
              <a:defRPr sz="1575" b="0">
                <a:solidFill>
                  <a:srgbClr val="172C40"/>
                </a:solidFill>
                <a:latin typeface="DejaVu Sans"/>
                <a:ea typeface="DejaVu Sans"/>
                <a:cs typeface="DejaVu Sans"/>
              </a:defRPr>
            </a:lvl4pPr>
            <a:lvl5pPr>
              <a:defRPr sz="1575" b="0">
                <a:solidFill>
                  <a:srgbClr val="172C40"/>
                </a:solidFill>
                <a:latin typeface="DejaVu Sans"/>
                <a:ea typeface="DejaVu Sans"/>
                <a:cs typeface="DejaVu Sans"/>
              </a:defRPr>
            </a:lvl5pPr>
            <a:lvl6pPr>
              <a:defRPr sz="1575" b="0">
                <a:solidFill>
                  <a:srgbClr val="172C40"/>
                </a:solidFill>
                <a:latin typeface="DejaVu Sans"/>
                <a:ea typeface="DejaVu Sans"/>
                <a:cs typeface="DejaVu Sans"/>
              </a:defRPr>
            </a:lvl6pPr>
            <a:lvl7pPr>
              <a:defRPr sz="1575" b="0">
                <a:solidFill>
                  <a:srgbClr val="172C40"/>
                </a:solidFill>
                <a:latin typeface="DejaVu Sans"/>
                <a:ea typeface="DejaVu Sans"/>
                <a:cs typeface="DejaVu Sans"/>
              </a:defRPr>
            </a:lvl7pPr>
            <a:lvl8pPr>
              <a:defRPr sz="1575" b="0">
                <a:solidFill>
                  <a:srgbClr val="172C40"/>
                </a:solidFill>
                <a:latin typeface="DejaVu Sans"/>
                <a:ea typeface="DejaVu Sans"/>
                <a:cs typeface="DejaVu Sans"/>
              </a:defRPr>
            </a:lvl8pPr>
            <a:lvl9pPr>
              <a:defRPr sz="1575" b="0">
                <a:solidFill>
                  <a:srgbClr val="172C40"/>
                </a:solidFill>
                <a:latin typeface="DejaVu Sans"/>
                <a:ea typeface="DejaVu Sans"/>
                <a:cs typeface="DejaVu Sans"/>
              </a:defRPr>
            </a:lvl9pPr>
          </a:lstStyle>
          <a:p xmlns:a="http://schemas.openxmlformats.org/drawingml/2006/main">
            <a:pPr>
              <a:defRPr sz="1575" b="0">
                <a:solidFill>
                  <a:srgbClr val="172C40"/>
                </a:solidFill>
                <a:latin typeface="DejaVu Sans"/>
                <a:ea typeface="DejaVu Sans"/>
                <a:cs typeface="DejaVu Sans"/>
              </a:defRPr>
            </a:pPr>
            <a:r>
              <a:rPr sz="1575" b="0">
                <a:solidFill>
                  <a:srgbClr val="172C40"/>
                </a:solidFill>
                <a:latin typeface="DejaVu Sans"/>
                <a:ea typeface="DejaVu Sans"/>
                <a:cs typeface="DejaVu Sans"/>
              </a:rPr>
              <a:t>UC-07  Edit and regenerate</a:t>
            </a:r>
          </a:p>
        </p:txBody>
      </p:sp>
      <p:sp>
        <p:nvSpPr>
          <p:cNvPr id="22" name="">
            <a:extLst xmlns:a="http://schemas.openxmlformats.org/drawingml/2006/main">
              <a:ext uri="{FF2B5EF4-FFF2-40B4-BE49-F238E27FC236}">
                <a16:creationId xmlns:a16="http://schemas.microsoft.com/office/drawing/2014/main" id="{B1FDB11F-21D6-451A-9A21-BDB47835A51E}"/>
              </a:ext>
            </a:extLst>
          </p:cNvPr>
          <p:cNvSpPr>
            <a:spLocks xmlns:a="http://schemas.openxmlformats.org/drawingml/2006/main" noGrp="1"/>
          </p:cNvSpPr>
          <p:nvPr/>
        </p:nvSpPr>
        <p:spPr>
          <a:xfrm xmlns:a="http://schemas.openxmlformats.org/drawingml/2006/main">
            <a:off x="2352675" y="3171825"/>
            <a:ext cx="83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2E6478"/>
                </a:solidFill>
                <a:latin typeface="DejaVu Sans"/>
                <a:ea typeface="DejaVu Sans"/>
                <a:cs typeface="DejaVu Sans"/>
              </a:defRPr>
            </a:defPPr>
            <a:lvl1pPr>
              <a:defRPr sz="1575" b="0">
                <a:solidFill>
                  <a:srgbClr val="2E6478"/>
                </a:solidFill>
                <a:latin typeface="DejaVu Sans"/>
                <a:ea typeface="DejaVu Sans"/>
                <a:cs typeface="DejaVu Sans"/>
              </a:defRPr>
            </a:lvl1pPr>
            <a:lvl2pPr>
              <a:defRPr sz="1575" b="0">
                <a:solidFill>
                  <a:srgbClr val="2E6478"/>
                </a:solidFill>
                <a:latin typeface="DejaVu Sans"/>
                <a:ea typeface="DejaVu Sans"/>
                <a:cs typeface="DejaVu Sans"/>
              </a:defRPr>
            </a:lvl2pPr>
            <a:lvl3pPr>
              <a:defRPr sz="1575" b="0">
                <a:solidFill>
                  <a:srgbClr val="2E6478"/>
                </a:solidFill>
                <a:latin typeface="DejaVu Sans"/>
                <a:ea typeface="DejaVu Sans"/>
                <a:cs typeface="DejaVu Sans"/>
              </a:defRPr>
            </a:lvl3pPr>
            <a:lvl4pPr>
              <a:defRPr sz="1575" b="0">
                <a:solidFill>
                  <a:srgbClr val="2E6478"/>
                </a:solidFill>
                <a:latin typeface="DejaVu Sans"/>
                <a:ea typeface="DejaVu Sans"/>
                <a:cs typeface="DejaVu Sans"/>
              </a:defRPr>
            </a:lvl4pPr>
            <a:lvl5pPr>
              <a:defRPr sz="1575" b="0">
                <a:solidFill>
                  <a:srgbClr val="2E6478"/>
                </a:solidFill>
                <a:latin typeface="DejaVu Sans"/>
                <a:ea typeface="DejaVu Sans"/>
                <a:cs typeface="DejaVu Sans"/>
              </a:defRPr>
            </a:lvl5pPr>
            <a:lvl6pPr>
              <a:defRPr sz="1575" b="0">
                <a:solidFill>
                  <a:srgbClr val="2E6478"/>
                </a:solidFill>
                <a:latin typeface="DejaVu Sans"/>
                <a:ea typeface="DejaVu Sans"/>
                <a:cs typeface="DejaVu Sans"/>
              </a:defRPr>
            </a:lvl6pPr>
            <a:lvl7pPr>
              <a:defRPr sz="1575" b="0">
                <a:solidFill>
                  <a:srgbClr val="2E6478"/>
                </a:solidFill>
                <a:latin typeface="DejaVu Sans"/>
                <a:ea typeface="DejaVu Sans"/>
                <a:cs typeface="DejaVu Sans"/>
              </a:defRPr>
            </a:lvl7pPr>
            <a:lvl8pPr>
              <a:defRPr sz="1575" b="0">
                <a:solidFill>
                  <a:srgbClr val="2E6478"/>
                </a:solidFill>
                <a:latin typeface="DejaVu Sans"/>
                <a:ea typeface="DejaVu Sans"/>
                <a:cs typeface="DejaVu Sans"/>
              </a:defRPr>
            </a:lvl8pPr>
            <a:lvl9pPr>
              <a:defRPr sz="1575" b="0">
                <a:solidFill>
                  <a:srgbClr val="2E6478"/>
                </a:solidFill>
                <a:latin typeface="DejaVu Sans"/>
                <a:ea typeface="DejaVu Sans"/>
                <a:cs typeface="DejaVu Sans"/>
              </a:defRPr>
            </a:lvl9pPr>
          </a:lstStyle>
          <a:p xmlns:a="http://schemas.openxmlformats.org/drawingml/2006/main">
            <a:pPr>
              <a:defRPr sz="1575" b="0">
                <a:solidFill>
                  <a:srgbClr val="2E6478"/>
                </a:solidFill>
                <a:latin typeface="DejaVu Sans"/>
                <a:ea typeface="DejaVu Sans"/>
                <a:cs typeface="DejaVu Sans"/>
              </a:defRPr>
            </a:pPr>
            <a:r>
              <a:rPr sz="1575" b="0">
                <a:solidFill>
                  <a:srgbClr val="2E6478"/>
                </a:solidFill>
                <a:latin typeface="DejaVu Sans"/>
                <a:ea typeface="DejaVu Sans"/>
                <a:cs typeface="DejaVu Sans"/>
              </a:rPr>
              <a:t>uses →</a:t>
            </a:r>
          </a:p>
        </p:txBody>
      </p:sp>
    </p:spTree>
    <p:extLst>
      <p:ext uri="{BB962C8B-B14F-4D97-AF65-F5344CB8AC3E}">
        <p14:creationId xmlns:p14="http://schemas.microsoft.com/office/powerpoint/2010/main" val="1896571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2026-10-23T11:03:13.1360000Z</dcterms:created>
  <dcterms:modified xsi:type="dcterms:W3CDTF">2026-10-23T11:03:13.1370000Z</dcterms:modified>
</coreProperties>
</file>